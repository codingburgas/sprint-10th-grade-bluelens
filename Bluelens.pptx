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24" r:id="rId5"/>
    <p:sldId id="328" r:id="rId6"/>
    <p:sldId id="327" r:id="rId7"/>
    <p:sldId id="315" r:id="rId8"/>
    <p:sldId id="329" r:id="rId9"/>
    <p:sldId id="330" r:id="rId10"/>
    <p:sldId id="325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>
        <p:scale>
          <a:sx n="77" d="100"/>
          <a:sy n="77" d="100"/>
        </p:scale>
        <p:origin x="912" y="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6066785-CB6B-47D8-8CCB-2DF41A5D5A5C}" type="datetime1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CDF5CB6-FB9E-4318-9FA4-44B9D3BB1364}" type="datetime1">
              <a:rPr lang="ru-RU" noProof="0" smtClean="0"/>
              <a:t>14.11.2025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8530193B-564F-4854-8A52-728F3FB19C85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20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980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8530193B-564F-4854-8A52-728F3FB19C8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057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ользовательский маке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ED61BFD1-C421-442F-ACC0-868D35B02015}"/>
              </a:ext>
            </a:extLst>
          </p:cNvPr>
          <p:cNvSpPr/>
          <p:nvPr userDrawn="1"/>
        </p:nvSpPr>
        <p:spPr>
          <a:xfrm>
            <a:off x="3166402" y="903484"/>
            <a:ext cx="5859196" cy="5051033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4" name="Шестиугольник 13">
            <a:extLst>
              <a:ext uri="{FF2B5EF4-FFF2-40B4-BE49-F238E27FC236}">
                <a16:creationId xmlns:a16="http://schemas.microsoft.com/office/drawing/2014/main" id="{89B16BC3-CBF9-4BF0-A37A-9F2BB89BED54}"/>
              </a:ext>
            </a:extLst>
          </p:cNvPr>
          <p:cNvSpPr/>
          <p:nvPr userDrawn="1"/>
        </p:nvSpPr>
        <p:spPr>
          <a:xfrm>
            <a:off x="7974278" y="5753530"/>
            <a:ext cx="651613" cy="561736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Шестиугольник 15">
            <a:extLst>
              <a:ext uri="{FF2B5EF4-FFF2-40B4-BE49-F238E27FC236}">
                <a16:creationId xmlns:a16="http://schemas.microsoft.com/office/drawing/2014/main" id="{80EA9ECE-F57C-4B25-AD19-4F78933A61EC}"/>
              </a:ext>
            </a:extLst>
          </p:cNvPr>
          <p:cNvSpPr/>
          <p:nvPr userDrawn="1"/>
        </p:nvSpPr>
        <p:spPr>
          <a:xfrm>
            <a:off x="2255521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DCBDF4EA-BFFB-460D-B9A8-45C097E920DA}"/>
              </a:ext>
            </a:extLst>
          </p:cNvPr>
          <p:cNvSpPr/>
          <p:nvPr userDrawn="1"/>
        </p:nvSpPr>
        <p:spPr>
          <a:xfrm>
            <a:off x="8021783" y="671564"/>
            <a:ext cx="392774" cy="33859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Шестиугольник 19">
            <a:extLst>
              <a:ext uri="{FF2B5EF4-FFF2-40B4-BE49-F238E27FC236}">
                <a16:creationId xmlns:a16="http://schemas.microsoft.com/office/drawing/2014/main" id="{AB15A15E-528E-4041-8E63-65C0D0398F3A}"/>
              </a:ext>
            </a:extLst>
          </p:cNvPr>
          <p:cNvSpPr/>
          <p:nvPr userDrawn="1"/>
        </p:nvSpPr>
        <p:spPr>
          <a:xfrm>
            <a:off x="2035398" y="3344350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7A620BD-CFAD-4100-8C9F-494D15A0A90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6846" y="2576760"/>
            <a:ext cx="3924935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6848" y="1899514"/>
            <a:ext cx="3924934" cy="490538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текст</a:t>
            </a:r>
          </a:p>
        </p:txBody>
      </p:sp>
      <p:sp>
        <p:nvSpPr>
          <p:cNvPr id="28" name="Текст 27">
            <a:extLst>
              <a:ext uri="{FF2B5EF4-FFF2-40B4-BE49-F238E27FC236}">
                <a16:creationId xmlns:a16="http://schemas.microsoft.com/office/drawing/2014/main" id="{E0A61465-6ECA-46DC-97DD-7BCFDB69EB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4582" y="4459105"/>
            <a:ext cx="3222836" cy="1168530"/>
          </a:xfrm>
          <a:prstGeom prst="rect">
            <a:avLst/>
          </a:prstGeom>
        </p:spPr>
        <p:txBody>
          <a:bodyPr rtlCol="0" anchor="b"/>
          <a:lstStyle>
            <a:lvl1pPr algn="r">
              <a:buNone/>
              <a:defRPr lang="en-US" sz="16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</p:spTree>
    <p:extLst>
      <p:ext uri="{BB962C8B-B14F-4D97-AF65-F5344CB8AC3E}">
        <p14:creationId xmlns:p14="http://schemas.microsoft.com/office/powerpoint/2010/main" val="7814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ользовательский маке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2" name="Прямоугольник 1" descr="Устремленное вверх высокое офисное здание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4" name="Текст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 rtlCol="0"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текст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 rtlCol="0"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Пользовательский маке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75D96571-69F8-475F-A910-ECC18342506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3" name="Овал 2" descr="Устремленное вверх высокое офисное здание">
            <a:extLst>
              <a:ext uri="{FF2B5EF4-FFF2-40B4-BE49-F238E27FC236}">
                <a16:creationId xmlns:a16="http://schemas.microsoft.com/office/drawing/2014/main" id="{CD4C2457-AECB-4015-9FE4-CCBC516AA9EE}"/>
              </a:ext>
            </a:extLst>
          </p:cNvPr>
          <p:cNvSpPr/>
          <p:nvPr userDrawn="1"/>
        </p:nvSpPr>
        <p:spPr>
          <a:xfrm>
            <a:off x="3352800" y="685800"/>
            <a:ext cx="5486400" cy="5486400"/>
          </a:xfrm>
          <a:prstGeom prst="ellipse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89A018F-D11C-4B07-9830-8336B27A18AD}"/>
              </a:ext>
            </a:extLst>
          </p:cNvPr>
          <p:cNvSpPr/>
          <p:nvPr userDrawn="1"/>
        </p:nvSpPr>
        <p:spPr>
          <a:xfrm>
            <a:off x="8138160" y="5669280"/>
            <a:ext cx="502920" cy="5029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E0209A32-FE17-4457-B02B-0A1DB9B8ADB1}"/>
              </a:ext>
            </a:extLst>
          </p:cNvPr>
          <p:cNvSpPr/>
          <p:nvPr userDrawn="1"/>
        </p:nvSpPr>
        <p:spPr>
          <a:xfrm>
            <a:off x="2915463" y="1295169"/>
            <a:ext cx="692878" cy="692878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D585A541-0EDE-4213-AE62-4D909E8EB7F5}"/>
              </a:ext>
            </a:extLst>
          </p:cNvPr>
          <p:cNvSpPr/>
          <p:nvPr userDrawn="1"/>
        </p:nvSpPr>
        <p:spPr>
          <a:xfrm>
            <a:off x="3398520" y="904895"/>
            <a:ext cx="251460" cy="2514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Текст 23">
            <a:extLst>
              <a:ext uri="{FF2B5EF4-FFF2-40B4-BE49-F238E27FC236}">
                <a16:creationId xmlns:a16="http://schemas.microsoft.com/office/drawing/2014/main" id="{CBFD020D-881A-48D8-BDA8-55C7B95C59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27927" y="4609453"/>
            <a:ext cx="3924934" cy="490538"/>
          </a:xfrm>
          <a:prstGeom prst="rect">
            <a:avLst/>
          </a:prstGeom>
        </p:spPr>
        <p:txBody>
          <a:bodyPr rtlCol="0" anchor="b"/>
          <a:lstStyle>
            <a:lvl1pPr algn="ctr">
              <a:buNone/>
              <a:defRPr lang="en-US" sz="20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текст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9687A5-0BDD-45B2-A892-542449E31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678" y="1988047"/>
            <a:ext cx="4007183" cy="2374194"/>
          </a:xfrm>
          <a:prstGeom prst="rect">
            <a:avLst/>
          </a:prstGeom>
        </p:spPr>
        <p:txBody>
          <a:bodyPr rtlCol="0"/>
          <a:lstStyle>
            <a:lvl1pPr algn="ctr">
              <a:spcBef>
                <a:spcPts val="1000"/>
              </a:spcBef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86324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6943700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41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27" name="Текст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 rtlCol="0"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84497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>
            <a:extLst>
              <a:ext uri="{FF2B5EF4-FFF2-40B4-BE49-F238E27FC236}">
                <a16:creationId xmlns:a16="http://schemas.microsoft.com/office/drawing/2014/main" id="{D23CD802-D0A0-4EAC-8222-78FFDDD76A7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0" y="2039392"/>
            <a:ext cx="10515600" cy="4114800"/>
          </a:xfrm>
          <a:prstGeom prst="rect">
            <a:avLst/>
          </a:prstGeom>
        </p:spPr>
        <p:txBody>
          <a:bodyPr rtlCol="0"/>
          <a:lstStyle/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CB8BF-DA17-4856-91E9-77C601F2B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5000"/>
            <a:ext cx="10515600" cy="700115"/>
          </a:xfrm>
          <a:prstGeom prst="rect">
            <a:avLst/>
          </a:prstGeom>
        </p:spPr>
        <p:txBody>
          <a:bodyPr rtlCol="0" anchor="ctr"/>
          <a:lstStyle>
            <a:lvl1pPr algn="ctr"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519891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15" name="Шестиугольник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Шестиугольник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7" name="Шестиугольник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Рисунок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 rtlCol="0"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603056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38" name="Рисунок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40" name="Рисунок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41" name="Рисунок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ru-RU" sz="4800" b="1" noProof="0">
              <a:solidFill>
                <a:schemeClr val="tx1"/>
              </a:solidFill>
            </a:endParaRPr>
          </a:p>
        </p:txBody>
      </p:sp>
      <p:sp>
        <p:nvSpPr>
          <p:cNvPr id="9" name="Шестиугольник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Шестиугольник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Шестиугольник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1" name="Текст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2" name="Текст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3" name="Текст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4" name="Текст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 rtlCol="0"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 rtl="0"/>
            <a:r>
              <a:rPr lang="ru-RU" noProof="0"/>
              <a:t>Щелкните, чтобы изменить </a:t>
            </a:r>
          </a:p>
        </p:txBody>
      </p:sp>
      <p:sp>
        <p:nvSpPr>
          <p:cNvPr id="37" name="Рисунок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Объект 39">
            <a:extLst>
              <a:ext uri="{FF2B5EF4-FFF2-40B4-BE49-F238E27FC236}">
                <a16:creationId xmlns:a16="http://schemas.microsoft.com/office/drawing/2014/main" id="{6BB16225-AC51-4525-A1E8-438B8B0B736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73965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1" name="Объект 39">
            <a:extLst>
              <a:ext uri="{FF2B5EF4-FFF2-40B4-BE49-F238E27FC236}">
                <a16:creationId xmlns:a16="http://schemas.microsoft.com/office/drawing/2014/main" id="{6EC38F38-5935-49D5-AA85-4182E82D6F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3965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2" name="Объект 39">
            <a:extLst>
              <a:ext uri="{FF2B5EF4-FFF2-40B4-BE49-F238E27FC236}">
                <a16:creationId xmlns:a16="http://schemas.microsoft.com/office/drawing/2014/main" id="{51C9D5ED-A19A-42A1-9200-C77E39E6F5C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73965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3" name="Объект 39">
            <a:extLst>
              <a:ext uri="{FF2B5EF4-FFF2-40B4-BE49-F238E27FC236}">
                <a16:creationId xmlns:a16="http://schemas.microsoft.com/office/drawing/2014/main" id="{47A95437-77F3-4E2C-8470-57587793A10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493865" y="2117897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4" name="Объект 39">
            <a:extLst>
              <a:ext uri="{FF2B5EF4-FFF2-40B4-BE49-F238E27FC236}">
                <a16:creationId xmlns:a16="http://schemas.microsoft.com/office/drawing/2014/main" id="{CB1EA2BE-D294-486E-88F0-2AA9518A6E63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93865" y="4724146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45" name="Объект 39">
            <a:extLst>
              <a:ext uri="{FF2B5EF4-FFF2-40B4-BE49-F238E27FC236}">
                <a16:creationId xmlns:a16="http://schemas.microsoft.com/office/drawing/2014/main" id="{108734A0-880E-44E2-858F-7AA6C6B0A5A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7493865" y="3420892"/>
            <a:ext cx="4208386" cy="912812"/>
          </a:xfrm>
          <a:prstGeom prst="rect">
            <a:avLst/>
          </a:prstGeom>
        </p:spPr>
        <p:txBody>
          <a:bodyPr rtlCol="0"/>
          <a:lstStyle>
            <a:lvl1pPr>
              <a:buNone/>
              <a:defRPr kumimoji="0" lang="en-US" sz="1800" b="1" i="0" u="none" strike="noStrike" kern="1200" cap="none" spc="0" normalizeH="0" baseline="0" dirty="0" smtClean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n-ea"/>
                <a:cs typeface="Biome Light" panose="020B0303030204020804" pitchFamily="34" charset="0"/>
              </a:defRPr>
            </a:lvl1pPr>
            <a:lvl2pPr marL="0" indent="0">
              <a:buNone/>
              <a:defRPr kumimoji="0" lang="en-US" sz="1600" b="0" i="0" u="none" strike="noStrike" kern="1200" cap="none" spc="0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defRPr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/>
              <a:t>Второй уровень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63CED4CD-5348-488E-A883-0486DD574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10693400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78270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rtlCol="0" anchor="ctr"/>
          <a:lstStyle/>
          <a:p>
            <a:pPr algn="ctr" rtl="0"/>
            <a:r>
              <a:rPr lang="en-US" sz="4800" b="1" noProof="0">
                <a:solidFill>
                  <a:schemeClr val="tx1"/>
                </a:solidFill>
              </a:rPr>
              <a:t>Click to edit Master title style</a:t>
            </a:r>
            <a:endParaRPr lang="ru-RU" sz="4800" b="1" noProof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0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столбца с содержимы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7700" y="2057818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CAACFBE9-8475-4CC0-8189-87BFC4059A86}"/>
              </a:ext>
            </a:extLst>
          </p:cNvPr>
          <p:cNvSpPr/>
          <p:nvPr userDrawn="1"/>
        </p:nvSpPr>
        <p:spPr>
          <a:xfrm>
            <a:off x="10385897" y="1443145"/>
            <a:ext cx="471170" cy="47117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5F8C6FC8-D350-4A01-A7E0-5AEDAC96F358}"/>
              </a:ext>
            </a:extLst>
          </p:cNvPr>
          <p:cNvSpPr/>
          <p:nvPr userDrawn="1"/>
        </p:nvSpPr>
        <p:spPr>
          <a:xfrm>
            <a:off x="8910011" y="328773"/>
            <a:ext cx="317813" cy="31781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88F1038A-897D-4C38-B499-73FC76C716FA}"/>
              </a:ext>
            </a:extLst>
          </p:cNvPr>
          <p:cNvSpPr/>
          <p:nvPr userDrawn="1"/>
        </p:nvSpPr>
        <p:spPr>
          <a:xfrm flipH="1">
            <a:off x="8634932" y="623939"/>
            <a:ext cx="170406" cy="1704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5"/>
              </a:solidFill>
            </a:endParaRP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673522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51600" y="2061363"/>
            <a:ext cx="508000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64300" y="2677067"/>
            <a:ext cx="506730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357B52D4-8D50-4E16-B60E-688B084764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61647" y="0"/>
            <a:ext cx="2930353" cy="1559882"/>
          </a:xfrm>
          <a:custGeom>
            <a:avLst/>
            <a:gdLst>
              <a:gd name="connsiteX0" fmla="*/ 562125 w 2930353"/>
              <a:gd name="connsiteY0" fmla="*/ 435632 h 1559882"/>
              <a:gd name="connsiteX1" fmla="*/ 1124250 w 2930353"/>
              <a:gd name="connsiteY1" fmla="*/ 997757 h 1559882"/>
              <a:gd name="connsiteX2" fmla="*/ 562125 w 2930353"/>
              <a:gd name="connsiteY2" fmla="*/ 1559882 h 1559882"/>
              <a:gd name="connsiteX3" fmla="*/ 0 w 2930353"/>
              <a:gd name="connsiteY3" fmla="*/ 997757 h 1559882"/>
              <a:gd name="connsiteX4" fmla="*/ 562125 w 2930353"/>
              <a:gd name="connsiteY4" fmla="*/ 435632 h 1559882"/>
              <a:gd name="connsiteX5" fmla="*/ 1475035 w 2930353"/>
              <a:gd name="connsiteY5" fmla="*/ 0 h 1559882"/>
              <a:gd name="connsiteX6" fmla="*/ 2930353 w 2930353"/>
              <a:gd name="connsiteY6" fmla="*/ 0 h 1559882"/>
              <a:gd name="connsiteX7" fmla="*/ 2930353 w 2930353"/>
              <a:gd name="connsiteY7" fmla="*/ 1239091 h 1559882"/>
              <a:gd name="connsiteX8" fmla="*/ 2822571 w 2930353"/>
              <a:gd name="connsiteY8" fmla="*/ 1328020 h 1559882"/>
              <a:gd name="connsiteX9" fmla="*/ 2282653 w 2930353"/>
              <a:gd name="connsiteY9" fmla="*/ 1492942 h 1559882"/>
              <a:gd name="connsiteX10" fmla="*/ 1316979 w 2930353"/>
              <a:gd name="connsiteY10" fmla="*/ 527268 h 1559882"/>
              <a:gd name="connsiteX11" fmla="*/ 1392867 w 2930353"/>
              <a:gd name="connsiteY11" fmla="*/ 151384 h 1559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930353" h="1559882">
                <a:moveTo>
                  <a:pt x="562125" y="435632"/>
                </a:moveTo>
                <a:cubicBezTo>
                  <a:pt x="872578" y="435632"/>
                  <a:pt x="1124250" y="687304"/>
                  <a:pt x="1124250" y="997757"/>
                </a:cubicBezTo>
                <a:cubicBezTo>
                  <a:pt x="1124250" y="1308210"/>
                  <a:pt x="872578" y="1559882"/>
                  <a:pt x="562125" y="1559882"/>
                </a:cubicBezTo>
                <a:cubicBezTo>
                  <a:pt x="251672" y="1559882"/>
                  <a:pt x="0" y="1308210"/>
                  <a:pt x="0" y="997757"/>
                </a:cubicBezTo>
                <a:cubicBezTo>
                  <a:pt x="0" y="687304"/>
                  <a:pt x="251672" y="435632"/>
                  <a:pt x="562125" y="435632"/>
                </a:cubicBezTo>
                <a:close/>
                <a:moveTo>
                  <a:pt x="1475035" y="0"/>
                </a:moveTo>
                <a:lnTo>
                  <a:pt x="2930353" y="0"/>
                </a:lnTo>
                <a:lnTo>
                  <a:pt x="2930353" y="1239091"/>
                </a:lnTo>
                <a:lnTo>
                  <a:pt x="2822571" y="1328020"/>
                </a:lnTo>
                <a:cubicBezTo>
                  <a:pt x="2668448" y="1432143"/>
                  <a:pt x="2482651" y="1492942"/>
                  <a:pt x="2282653" y="1492942"/>
                </a:cubicBezTo>
                <a:cubicBezTo>
                  <a:pt x="1749326" y="1492942"/>
                  <a:pt x="1316979" y="1060595"/>
                  <a:pt x="1316979" y="527268"/>
                </a:cubicBezTo>
                <a:cubicBezTo>
                  <a:pt x="1316979" y="393936"/>
                  <a:pt x="1344001" y="266916"/>
                  <a:pt x="1392867" y="151384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92F03355-C197-48C4-A4DF-B413384833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565901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ри столбца с содержимы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27">
            <a:extLst>
              <a:ext uri="{FF2B5EF4-FFF2-40B4-BE49-F238E27FC236}">
                <a16:creationId xmlns:a16="http://schemas.microsoft.com/office/drawing/2014/main" id="{D1E0F77B-E8C6-4A86-B521-8368A308A9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2037656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6" name="Текст 25">
            <a:extLst>
              <a:ext uri="{FF2B5EF4-FFF2-40B4-BE49-F238E27FC236}">
                <a16:creationId xmlns:a16="http://schemas.microsoft.com/office/drawing/2014/main" id="{4A6E2374-7B5B-4947-8461-F294B56E70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29" name="Текст 27">
            <a:extLst>
              <a:ext uri="{FF2B5EF4-FFF2-40B4-BE49-F238E27FC236}">
                <a16:creationId xmlns:a16="http://schemas.microsoft.com/office/drawing/2014/main" id="{FB9159BE-CEED-461B-AF31-03BC124E27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44180" y="2052478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0" name="Текст 25">
            <a:extLst>
              <a:ext uri="{FF2B5EF4-FFF2-40B4-BE49-F238E27FC236}">
                <a16:creationId xmlns:a16="http://schemas.microsoft.com/office/drawing/2014/main" id="{2C15BD20-69D8-4EC1-8A33-A0C6EAFD30A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56880" y="2668182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1" name="Текст 27">
            <a:extLst>
              <a:ext uri="{FF2B5EF4-FFF2-40B4-BE49-F238E27FC236}">
                <a16:creationId xmlns:a16="http://schemas.microsoft.com/office/drawing/2014/main" id="{4FDB27CA-009D-4863-B119-0EC3683714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52290" y="2048933"/>
            <a:ext cx="3474720" cy="438150"/>
          </a:xfrm>
          <a:prstGeom prst="rect">
            <a:avLst/>
          </a:prstGeom>
        </p:spPr>
        <p:txBody>
          <a:bodyPr rtlCol="0"/>
          <a:lstStyle>
            <a:lvl1pPr>
              <a:buNone/>
              <a:defRPr lang="en-US" sz="2400" b="1" kern="1200" dirty="0" smtClean="0">
                <a:solidFill>
                  <a:schemeClr val="tx1"/>
                </a:solidFill>
                <a:latin typeface="+mj-lt"/>
                <a:ea typeface="+mn-ea"/>
                <a:cs typeface="Biome Light" panose="020B0303030204020804" pitchFamily="34" charset="0"/>
              </a:defRPr>
            </a:lvl1pPr>
            <a:lvl2pPr>
              <a:buNone/>
              <a:defRPr/>
            </a:lvl2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12" name="Текст 25">
            <a:extLst>
              <a:ext uri="{FF2B5EF4-FFF2-40B4-BE49-F238E27FC236}">
                <a16:creationId xmlns:a16="http://schemas.microsoft.com/office/drawing/2014/main" id="{FD03E3EF-D812-4B98-959B-6800BBE59D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364990" y="2664637"/>
            <a:ext cx="3474720" cy="2935288"/>
          </a:xfrm>
          <a:prstGeom prst="rect">
            <a:avLst/>
          </a:prstGeom>
        </p:spPr>
        <p:txBody>
          <a:bodyPr rtlCol="0"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Biome Light" panose="020B0303030204020804" pitchFamily="34" charset="0"/>
              </a:defRPr>
            </a:lvl1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</p:txBody>
      </p:sp>
      <p:sp>
        <p:nvSpPr>
          <p:cNvPr id="3" name="Шестиугольник 2">
            <a:extLst>
              <a:ext uri="{FF2B5EF4-FFF2-40B4-BE49-F238E27FC236}">
                <a16:creationId xmlns:a16="http://schemas.microsoft.com/office/drawing/2014/main" id="{303FFB35-43AC-4A56-92D0-91038C098B3C}"/>
              </a:ext>
            </a:extLst>
          </p:cNvPr>
          <p:cNvSpPr/>
          <p:nvPr userDrawn="1"/>
        </p:nvSpPr>
        <p:spPr>
          <a:xfrm>
            <a:off x="10700126" y="788523"/>
            <a:ext cx="1155906" cy="99647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Шестиугольник 3">
            <a:extLst>
              <a:ext uri="{FF2B5EF4-FFF2-40B4-BE49-F238E27FC236}">
                <a16:creationId xmlns:a16="http://schemas.microsoft.com/office/drawing/2014/main" id="{AAF31DA0-707D-4A5D-BB7A-A5C90DB11A55}"/>
              </a:ext>
            </a:extLst>
          </p:cNvPr>
          <p:cNvSpPr/>
          <p:nvPr userDrawn="1"/>
        </p:nvSpPr>
        <p:spPr>
          <a:xfrm>
            <a:off x="11388427" y="1859136"/>
            <a:ext cx="315205" cy="271728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1"/>
              </a:solidFill>
            </a:endParaRPr>
          </a:p>
        </p:txBody>
      </p:sp>
      <p:sp>
        <p:nvSpPr>
          <p:cNvPr id="5" name="Шестиугольник 4">
            <a:extLst>
              <a:ext uri="{FF2B5EF4-FFF2-40B4-BE49-F238E27FC236}">
                <a16:creationId xmlns:a16="http://schemas.microsoft.com/office/drawing/2014/main" id="{539F452B-F55F-4D85-834B-A7EAF742647C}"/>
              </a:ext>
            </a:extLst>
          </p:cNvPr>
          <p:cNvSpPr/>
          <p:nvPr userDrawn="1"/>
        </p:nvSpPr>
        <p:spPr>
          <a:xfrm>
            <a:off x="9014155" y="740289"/>
            <a:ext cx="379060" cy="326776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>
              <a:solidFill>
                <a:schemeClr val="accent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91D9F6BE-FB0B-42EE-8F02-95F5CC039B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C67FFA0E-8AAA-4DEB-B97E-31969F5792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393238" y="2"/>
            <a:ext cx="2798762" cy="1354861"/>
          </a:xfrm>
          <a:custGeom>
            <a:avLst/>
            <a:gdLst>
              <a:gd name="connsiteX0" fmla="*/ 316595 w 2798762"/>
              <a:gd name="connsiteY0" fmla="*/ 88390 h 1354861"/>
              <a:gd name="connsiteX1" fmla="*/ 1152465 w 2798762"/>
              <a:gd name="connsiteY1" fmla="*/ 88390 h 1354861"/>
              <a:gd name="connsiteX2" fmla="*/ 1469083 w 2798762"/>
              <a:gd name="connsiteY2" fmla="*/ 721626 h 1354861"/>
              <a:gd name="connsiteX3" fmla="*/ 1152465 w 2798762"/>
              <a:gd name="connsiteY3" fmla="*/ 1354861 h 1354861"/>
              <a:gd name="connsiteX4" fmla="*/ 316595 w 2798762"/>
              <a:gd name="connsiteY4" fmla="*/ 1354861 h 1354861"/>
              <a:gd name="connsiteX5" fmla="*/ 0 w 2798762"/>
              <a:gd name="connsiteY5" fmla="*/ 721672 h 1354861"/>
              <a:gd name="connsiteX6" fmla="*/ 0 w 2798762"/>
              <a:gd name="connsiteY6" fmla="*/ 721580 h 1354861"/>
              <a:gd name="connsiteX7" fmla="*/ 1250372 w 2798762"/>
              <a:gd name="connsiteY7" fmla="*/ 0 h 1354861"/>
              <a:gd name="connsiteX8" fmla="*/ 2798762 w 2798762"/>
              <a:gd name="connsiteY8" fmla="*/ 0 h 1354861"/>
              <a:gd name="connsiteX9" fmla="*/ 2798762 w 2798762"/>
              <a:gd name="connsiteY9" fmla="*/ 505978 h 1354861"/>
              <a:gd name="connsiteX10" fmla="*/ 2719777 w 2798762"/>
              <a:gd name="connsiteY10" fmla="*/ 663948 h 1354861"/>
              <a:gd name="connsiteX11" fmla="*/ 1582346 w 2798762"/>
              <a:gd name="connsiteY11" fmla="*/ 663948 h 1354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98762" h="1354861">
                <a:moveTo>
                  <a:pt x="316595" y="88390"/>
                </a:moveTo>
                <a:lnTo>
                  <a:pt x="1152465" y="88390"/>
                </a:lnTo>
                <a:lnTo>
                  <a:pt x="1469083" y="721626"/>
                </a:lnTo>
                <a:lnTo>
                  <a:pt x="1152465" y="1354861"/>
                </a:lnTo>
                <a:lnTo>
                  <a:pt x="316595" y="1354861"/>
                </a:lnTo>
                <a:lnTo>
                  <a:pt x="0" y="721672"/>
                </a:lnTo>
                <a:lnTo>
                  <a:pt x="0" y="721580"/>
                </a:lnTo>
                <a:close/>
                <a:moveTo>
                  <a:pt x="1250372" y="0"/>
                </a:moveTo>
                <a:lnTo>
                  <a:pt x="2798762" y="0"/>
                </a:lnTo>
                <a:lnTo>
                  <a:pt x="2798762" y="505978"/>
                </a:lnTo>
                <a:lnTo>
                  <a:pt x="2719777" y="663948"/>
                </a:lnTo>
                <a:lnTo>
                  <a:pt x="1582346" y="663948"/>
                </a:ln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965590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5E74AFC3-1C60-42DE-ABAC-F53CA85AC6F1}"/>
              </a:ext>
            </a:extLst>
          </p:cNvPr>
          <p:cNvSpPr/>
          <p:nvPr userDrawn="1"/>
        </p:nvSpPr>
        <p:spPr>
          <a:xfrm>
            <a:off x="5897272" y="1457542"/>
            <a:ext cx="617218" cy="61721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5F133261-FFEB-4B3D-B085-14AEAE741F82}"/>
              </a:ext>
            </a:extLst>
          </p:cNvPr>
          <p:cNvSpPr/>
          <p:nvPr userDrawn="1"/>
        </p:nvSpPr>
        <p:spPr>
          <a:xfrm>
            <a:off x="9810348" y="5955461"/>
            <a:ext cx="394539" cy="39453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653FE105-1D8E-48B0-AD9A-95AC9A165651}"/>
              </a:ext>
            </a:extLst>
          </p:cNvPr>
          <p:cNvSpPr/>
          <p:nvPr userDrawn="1"/>
        </p:nvSpPr>
        <p:spPr>
          <a:xfrm>
            <a:off x="6514490" y="946887"/>
            <a:ext cx="335852" cy="335852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AC4388F5-0DCA-4A09-A6E1-AE07F40309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7701" y="2042790"/>
            <a:ext cx="4143374" cy="2654301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17" name="Текст 15">
            <a:extLst>
              <a:ext uri="{FF2B5EF4-FFF2-40B4-BE49-F238E27FC236}">
                <a16:creationId xmlns:a16="http://schemas.microsoft.com/office/drawing/2014/main" id="{02C12FDC-BC11-43E8-B22A-3EC48E0344D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7699" y="4953919"/>
            <a:ext cx="4143375" cy="759470"/>
          </a:xfrm>
          <a:prstGeom prst="rect">
            <a:avLst/>
          </a:prstGeom>
        </p:spPr>
        <p:txBody>
          <a:bodyPr rtlCol="0"/>
          <a:lstStyle>
            <a:lvl1pPr marL="0" indent="0">
              <a:buNone/>
              <a:defRPr sz="2000" b="1">
                <a:solidFill>
                  <a:schemeClr val="accent4"/>
                </a:solidFill>
              </a:defRPr>
            </a:lvl1pPr>
            <a:lvl2pPr>
              <a:buNone/>
              <a:defRPr sz="2000"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ru-RU" noProof="0"/>
              <a:t>Щелкните, чтобы изменить стили текста образца слайда</a:t>
            </a:r>
          </a:p>
          <a:p>
            <a:pPr lvl="1" rtl="0"/>
            <a:endParaRPr lang="ru-RU" noProof="0"/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3D43F412-F2C7-4D38-BDD0-9663029081D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7402" y="533063"/>
            <a:ext cx="5542598" cy="5611666"/>
          </a:xfrm>
          <a:custGeom>
            <a:avLst/>
            <a:gdLst>
              <a:gd name="connsiteX0" fmla="*/ 3354105 w 5542598"/>
              <a:gd name="connsiteY0" fmla="*/ 4359376 h 5611666"/>
              <a:gd name="connsiteX1" fmla="*/ 3980250 w 5542598"/>
              <a:gd name="connsiteY1" fmla="*/ 4985521 h 5611666"/>
              <a:gd name="connsiteX2" fmla="*/ 3354105 w 5542598"/>
              <a:gd name="connsiteY2" fmla="*/ 5611666 h 5611666"/>
              <a:gd name="connsiteX3" fmla="*/ 2727960 w 5542598"/>
              <a:gd name="connsiteY3" fmla="*/ 4985521 h 5611666"/>
              <a:gd name="connsiteX4" fmla="*/ 3354105 w 5542598"/>
              <a:gd name="connsiteY4" fmla="*/ 4359376 h 5611666"/>
              <a:gd name="connsiteX5" fmla="*/ 1592580 w 5542598"/>
              <a:gd name="connsiteY5" fmla="*/ 1430357 h 5611666"/>
              <a:gd name="connsiteX6" fmla="*/ 3185160 w 5542598"/>
              <a:gd name="connsiteY6" fmla="*/ 3022937 h 5611666"/>
              <a:gd name="connsiteX7" fmla="*/ 1592580 w 5542598"/>
              <a:gd name="connsiteY7" fmla="*/ 4615517 h 5611666"/>
              <a:gd name="connsiteX8" fmla="*/ 0 w 5542598"/>
              <a:gd name="connsiteY8" fmla="*/ 3022937 h 5611666"/>
              <a:gd name="connsiteX9" fmla="*/ 1592580 w 5542598"/>
              <a:gd name="connsiteY9" fmla="*/ 1430357 h 5611666"/>
              <a:gd name="connsiteX10" fmla="*/ 4230267 w 5542598"/>
              <a:gd name="connsiteY10" fmla="*/ 0 h 5611666"/>
              <a:gd name="connsiteX11" fmla="*/ 5542598 w 5542598"/>
              <a:gd name="connsiteY11" fmla="*/ 1312331 h 5611666"/>
              <a:gd name="connsiteX12" fmla="*/ 4230267 w 5542598"/>
              <a:gd name="connsiteY12" fmla="*/ 2624662 h 5611666"/>
              <a:gd name="connsiteX13" fmla="*/ 2917936 w 5542598"/>
              <a:gd name="connsiteY13" fmla="*/ 1312331 h 5611666"/>
              <a:gd name="connsiteX14" fmla="*/ 4230267 w 5542598"/>
              <a:gd name="connsiteY14" fmla="*/ 0 h 5611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2598" h="5611666">
                <a:moveTo>
                  <a:pt x="3354105" y="4359376"/>
                </a:moveTo>
                <a:cubicBezTo>
                  <a:pt x="3699915" y="4359376"/>
                  <a:pt x="3980250" y="4639711"/>
                  <a:pt x="3980250" y="4985521"/>
                </a:cubicBezTo>
                <a:cubicBezTo>
                  <a:pt x="3980250" y="5331331"/>
                  <a:pt x="3699915" y="5611666"/>
                  <a:pt x="3354105" y="5611666"/>
                </a:cubicBezTo>
                <a:cubicBezTo>
                  <a:pt x="3008295" y="5611666"/>
                  <a:pt x="2727960" y="5331331"/>
                  <a:pt x="2727960" y="4985521"/>
                </a:cubicBezTo>
                <a:cubicBezTo>
                  <a:pt x="2727960" y="4639711"/>
                  <a:pt x="3008295" y="4359376"/>
                  <a:pt x="3354105" y="4359376"/>
                </a:cubicBezTo>
                <a:close/>
                <a:moveTo>
                  <a:pt x="1592580" y="1430357"/>
                </a:moveTo>
                <a:cubicBezTo>
                  <a:pt x="2472138" y="1430357"/>
                  <a:pt x="3185160" y="2143379"/>
                  <a:pt x="3185160" y="3022937"/>
                </a:cubicBezTo>
                <a:cubicBezTo>
                  <a:pt x="3185160" y="3902495"/>
                  <a:pt x="2472138" y="4615517"/>
                  <a:pt x="1592580" y="4615517"/>
                </a:cubicBezTo>
                <a:cubicBezTo>
                  <a:pt x="713022" y="4615517"/>
                  <a:pt x="0" y="3902495"/>
                  <a:pt x="0" y="3022937"/>
                </a:cubicBezTo>
                <a:cubicBezTo>
                  <a:pt x="0" y="2143379"/>
                  <a:pt x="713022" y="1430357"/>
                  <a:pt x="1592580" y="1430357"/>
                </a:cubicBezTo>
                <a:close/>
                <a:moveTo>
                  <a:pt x="4230267" y="0"/>
                </a:moveTo>
                <a:cubicBezTo>
                  <a:pt x="4955047" y="0"/>
                  <a:pt x="5542598" y="587551"/>
                  <a:pt x="5542598" y="1312331"/>
                </a:cubicBezTo>
                <a:cubicBezTo>
                  <a:pt x="5542598" y="2037111"/>
                  <a:pt x="4955047" y="2624662"/>
                  <a:pt x="4230267" y="2624662"/>
                </a:cubicBezTo>
                <a:cubicBezTo>
                  <a:pt x="3505487" y="2624662"/>
                  <a:pt x="2917936" y="2037111"/>
                  <a:pt x="2917936" y="1312331"/>
                </a:cubicBezTo>
                <a:cubicBezTo>
                  <a:pt x="2917936" y="587551"/>
                  <a:pt x="3505487" y="0"/>
                  <a:pt x="4230267" y="0"/>
                </a:cubicBezTo>
                <a:close/>
              </a:path>
            </a:pathLst>
          </a:custGeom>
        </p:spPr>
        <p:txBody>
          <a:bodyPr wrap="square" rtlCol="0" anchor="ctr">
            <a:noAutofit/>
          </a:bodyPr>
          <a:lstStyle>
            <a:lvl1pPr algn="ctr">
              <a:buNone/>
              <a:defRPr/>
            </a:lvl1pPr>
          </a:lstStyle>
          <a:p>
            <a:pPr rtl="0"/>
            <a:r>
              <a:rPr lang="en-US" noProof="0"/>
              <a:t>Click icon to add picture</a:t>
            </a:r>
            <a:endParaRPr lang="ru-RU" noProof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1176083-2CE5-4707-A564-46805454A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 rtlCol="0"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pPr rtl="0"/>
            <a:r>
              <a:rPr lang="ru-RU" noProof="0"/>
              <a:t>Щелкните, чтобы изменить образец</a:t>
            </a:r>
          </a:p>
        </p:txBody>
      </p:sp>
    </p:spTree>
    <p:extLst>
      <p:ext uri="{BB962C8B-B14F-4D97-AF65-F5344CB8AC3E}">
        <p14:creationId xmlns:p14="http://schemas.microsoft.com/office/powerpoint/2010/main" val="131618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3">
            <a:extLst>
              <a:ext uri="{FF2B5EF4-FFF2-40B4-BE49-F238E27FC236}">
                <a16:creationId xmlns:a16="http://schemas.microsoft.com/office/drawing/2014/main" id="{A1AD702D-965C-40E9-8D23-D82E2CFA9E61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ru-RU" sz="1100" noProof="0">
                <a:solidFill>
                  <a:schemeClr val="accent2"/>
                </a:solidFill>
              </a:rPr>
              <a:t>22.09.2020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3E0959-6855-4447-BAEC-D32B47712F07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sz="1100" b="1" noProof="0">
                <a:solidFill>
                  <a:schemeClr val="accent2"/>
                </a:solidFill>
              </a:rPr>
              <a:t>Годовой обзор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13A05B6A-9124-4DBB-843A-84818A8F79FC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0"/>
            <a:fld id="{2C18C1E5-FB55-42F5-BD6D-9CC153FCDBE6}" type="slidenum">
              <a:rPr lang="ru-RU" sz="1100" noProof="0" smtClean="0">
                <a:solidFill>
                  <a:schemeClr val="accent4"/>
                </a:solidFill>
              </a:rPr>
              <a:pPr algn="r"/>
              <a:t>‹#›</a:t>
            </a:fld>
            <a:endParaRPr lang="ru-RU" sz="1100" noProof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88" r:id="rId3"/>
    <p:sldLayoutId id="2147483681" r:id="rId4"/>
    <p:sldLayoutId id="2147483680" r:id="rId5"/>
    <p:sldLayoutId id="2147483682" r:id="rId6"/>
    <p:sldLayoutId id="2147483677" r:id="rId7"/>
    <p:sldLayoutId id="2147483654" r:id="rId8"/>
    <p:sldLayoutId id="2147483685" r:id="rId9"/>
    <p:sldLayoutId id="2147483684" r:id="rId10"/>
    <p:sldLayoutId id="2147483686" r:id="rId11"/>
    <p:sldLayoutId id="2147483687" r:id="rId12"/>
    <p:sldLayoutId id="214748367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7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 descr="Здание из синего стекла">
            <a:extLst>
              <a:ext uri="{FF2B5EF4-FFF2-40B4-BE49-F238E27FC236}">
                <a16:creationId xmlns:a16="http://schemas.microsoft.com/office/drawing/2014/main" id="{E6A5B61D-69C0-4661-AD66-3D72D9A6E8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alphaModFix amt="80000"/>
          </a:blip>
          <a:srcRect t="7802" b="7802"/>
          <a:stretch/>
        </p:blipFill>
        <p:spPr>
          <a:xfrm>
            <a:off x="0" y="0"/>
            <a:ext cx="12192000" cy="6858000"/>
          </a:xfrm>
          <a:blipFill dpi="0" rotWithShape="1">
            <a:blip r:embed="rId3">
              <a:alphaModFix amt="8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6" name="Шестиугольник 5">
            <a:extLst>
              <a:ext uri="{FF2B5EF4-FFF2-40B4-BE49-F238E27FC236}">
                <a16:creationId xmlns:a16="http://schemas.microsoft.com/office/drawing/2014/main" id="{38AF5374-EA50-4722-BB45-6C182E5A1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66401" y="924233"/>
            <a:ext cx="5800617" cy="5110166"/>
          </a:xfrm>
          <a:prstGeom prst="hexagon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D837CEB-1A69-4F72-95D4-054D82F09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910" y="3191827"/>
            <a:ext cx="3489696" cy="803818"/>
          </a:xfrm>
        </p:spPr>
        <p:txBody>
          <a:bodyPr rtlCol="0"/>
          <a:lstStyle/>
          <a:p>
            <a:pPr rtl="0"/>
            <a:r>
              <a:rPr lang="en-GB" sz="6600" dirty="0" err="1">
                <a:latin typeface="Avenir Next LT Pro Light" panose="020B0304020202020204" pitchFamily="34" charset="0"/>
              </a:rPr>
              <a:t>Bluelens</a:t>
            </a:r>
            <a:endParaRPr lang="ru-RU" sz="6600" dirty="0"/>
          </a:p>
        </p:txBody>
      </p:sp>
      <p:sp>
        <p:nvSpPr>
          <p:cNvPr id="21" name="Шестиугольник 20">
            <a:extLst>
              <a:ext uri="{FF2B5EF4-FFF2-40B4-BE49-F238E27FC236}">
                <a16:creationId xmlns:a16="http://schemas.microsoft.com/office/drawing/2014/main" id="{35FAA64B-9D7A-4109-97E0-B0BAA29C4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2152" y="5526558"/>
            <a:ext cx="904251" cy="81441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6" name="Шестиугольник 15">
            <a:extLst>
              <a:ext uri="{FF2B5EF4-FFF2-40B4-BE49-F238E27FC236}">
                <a16:creationId xmlns:a16="http://schemas.microsoft.com/office/drawing/2014/main" id="{00A0E61B-8139-47E5-862B-C6D87AFF35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4104" y="2751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B06F39E4-24A5-44F2-BD9A-7E8C8AF27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74278" y="643366"/>
            <a:ext cx="651612" cy="561735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" name="Шестиугольник 1">
            <a:extLst>
              <a:ext uri="{FF2B5EF4-FFF2-40B4-BE49-F238E27FC236}">
                <a16:creationId xmlns:a16="http://schemas.microsoft.com/office/drawing/2014/main" id="{62F7433A-0BB9-4B38-A96F-AB1B77772B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94104" y="3191827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16E4A92-0958-7D11-5069-E9197B83EB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43736" y1="49398" x2="43736" y2="47711"/>
                        <a14:foregroundMark x1="66515" y1="43614" x2="66515" y2="43614"/>
                        <a14:foregroundMark x1="73121" y1="50361" x2="75854" y2="51566"/>
                        <a14:foregroundMark x1="46611" y1="40383" x2="48975" y2="46747"/>
                        <a14:foregroundMark x1="30752" y1="33976" x2="30179" y2="34380"/>
                        <a14:foregroundMark x1="43736" y1="45542" x2="43736" y2="43373"/>
                        <a14:foregroundMark x1="43280" y1="43133" x2="43280" y2="38681"/>
                        <a14:foregroundMark x1="25912" y1="38795" x2="25285" y2="39518"/>
                        <a14:foregroundMark x1="27082" y1="37445" x2="26956" y2="37590"/>
                        <a14:foregroundMark x1="30296" y1="33735" x2="29985" y2="34094"/>
                        <a14:foregroundMark x1="29841" y1="33253" x2="26651" y2="36867"/>
                        <a14:backgroundMark x1="20273" y1="63373" x2="20273" y2="65783"/>
                        <a14:backgroundMark x1="20046" y1="63373" x2="42369" y2="62892"/>
                        <a14:backgroundMark x1="42369" y1="62892" x2="42369" y2="62892"/>
                        <a14:backgroundMark x1="48292" y1="66747" x2="37130" y2="64096"/>
                        <a14:backgroundMark x1="37130" y1="64096" x2="47380" y2="61928"/>
                        <a14:backgroundMark x1="47380" y1="61928" x2="46469" y2="63614"/>
                        <a14:backgroundMark x1="49431" y1="65542" x2="48975" y2="64337"/>
                        <a14:backgroundMark x1="50342" y1="62410" x2="48519" y2="65060"/>
                        <a14:backgroundMark x1="46469" y1="64819" x2="50342" y2="67711"/>
                        <a14:backgroundMark x1="42597" y1="38072" x2="42597" y2="38072"/>
                        <a14:backgroundMark x1="43736" y1="36386" x2="42825" y2="36867"/>
                        <a14:backgroundMark x1="43280" y1="35663" x2="45103" y2="35181"/>
                        <a14:backgroundMark x1="44419" y1="35422" x2="44419" y2="34699"/>
                        <a14:backgroundMark x1="41686" y1="37108" x2="44647" y2="34217"/>
                        <a14:backgroundMark x1="26651" y1="37590" x2="26651" y2="387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44613" y="268404"/>
            <a:ext cx="4390607" cy="415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93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21">
            <a:extLst>
              <a:ext uri="{FF2B5EF4-FFF2-40B4-BE49-F238E27FC236}">
                <a16:creationId xmlns:a16="http://schemas.microsoft.com/office/drawing/2014/main" id="{ED55BB6B-B8F7-A89D-EFBA-C1D645230750}"/>
              </a:ext>
            </a:extLst>
          </p:cNvPr>
          <p:cNvSpPr/>
          <p:nvPr/>
        </p:nvSpPr>
        <p:spPr>
          <a:xfrm>
            <a:off x="9178677" y="2170471"/>
            <a:ext cx="1838632" cy="1569660"/>
          </a:xfrm>
          <a:prstGeom prst="pentago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Pentagon 20">
            <a:extLst>
              <a:ext uri="{FF2B5EF4-FFF2-40B4-BE49-F238E27FC236}">
                <a16:creationId xmlns:a16="http://schemas.microsoft.com/office/drawing/2014/main" id="{32961BA9-2EBC-AB71-3F7E-CDFAD7301165}"/>
              </a:ext>
            </a:extLst>
          </p:cNvPr>
          <p:cNvSpPr/>
          <p:nvPr/>
        </p:nvSpPr>
        <p:spPr>
          <a:xfrm>
            <a:off x="5924200" y="3525607"/>
            <a:ext cx="1838632" cy="1696945"/>
          </a:xfrm>
          <a:prstGeom prst="pentago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Pentagon 19">
            <a:extLst>
              <a:ext uri="{FF2B5EF4-FFF2-40B4-BE49-F238E27FC236}">
                <a16:creationId xmlns:a16="http://schemas.microsoft.com/office/drawing/2014/main" id="{1B327FF7-A530-F5ED-1447-EABE601460B2}"/>
              </a:ext>
            </a:extLst>
          </p:cNvPr>
          <p:cNvSpPr/>
          <p:nvPr/>
        </p:nvSpPr>
        <p:spPr>
          <a:xfrm>
            <a:off x="2812587" y="1887260"/>
            <a:ext cx="1838632" cy="1569660"/>
          </a:xfrm>
          <a:prstGeom prst="pentago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Pentagon 18">
            <a:extLst>
              <a:ext uri="{FF2B5EF4-FFF2-40B4-BE49-F238E27FC236}">
                <a16:creationId xmlns:a16="http://schemas.microsoft.com/office/drawing/2014/main" id="{D2450391-C049-4706-CCEA-F627C91FD82D}"/>
              </a:ext>
            </a:extLst>
          </p:cNvPr>
          <p:cNvSpPr/>
          <p:nvPr/>
        </p:nvSpPr>
        <p:spPr>
          <a:xfrm>
            <a:off x="722671" y="3703260"/>
            <a:ext cx="1838632" cy="1647050"/>
          </a:xfrm>
          <a:prstGeom prst="pentagon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88C693D-DB68-8E8F-B16E-3D9536D25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35" y="677394"/>
            <a:ext cx="5760065" cy="830997"/>
          </a:xfrm>
        </p:spPr>
        <p:txBody>
          <a:bodyPr/>
          <a:lstStyle/>
          <a:p>
            <a:r>
              <a:rPr lang="en-GB" dirty="0">
                <a:solidFill>
                  <a:schemeClr val="accent3"/>
                </a:solidFill>
                <a:latin typeface="Avenir Next LT Pro Light" panose="020B0304020202020204" pitchFamily="34" charset="0"/>
              </a:rPr>
              <a:t>Table of contents</a:t>
            </a:r>
            <a:endParaRPr lang="ru-RU" dirty="0">
              <a:solidFill>
                <a:schemeClr val="accent3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E236AA-24F9-9EE2-B8A7-741AABB02F53}"/>
              </a:ext>
            </a:extLst>
          </p:cNvPr>
          <p:cNvSpPr txBox="1"/>
          <p:nvPr/>
        </p:nvSpPr>
        <p:spPr>
          <a:xfrm>
            <a:off x="639097" y="3899113"/>
            <a:ext cx="20057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         </a:t>
            </a:r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1</a:t>
            </a:r>
          </a:p>
          <a:p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OUR TEAM</a:t>
            </a:r>
            <a:endParaRPr lang="ru-RU" b="1" dirty="0">
              <a:solidFill>
                <a:schemeClr val="accent3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61B2A9-D91A-978B-7F16-24233FA6792E}"/>
              </a:ext>
            </a:extLst>
          </p:cNvPr>
          <p:cNvSpPr txBox="1"/>
          <p:nvPr/>
        </p:nvSpPr>
        <p:spPr>
          <a:xfrm>
            <a:off x="2644878" y="2133600"/>
            <a:ext cx="215956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          2         </a:t>
            </a:r>
          </a:p>
          <a:p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  OUR GOAL</a:t>
            </a:r>
            <a:endParaRPr lang="ru-RU" sz="3200" b="1" dirty="0">
              <a:solidFill>
                <a:schemeClr val="accent3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8C606D-FDDC-383B-9581-4BC5BB7BE70A}"/>
              </a:ext>
            </a:extLst>
          </p:cNvPr>
          <p:cNvSpPr txBox="1"/>
          <p:nvPr/>
        </p:nvSpPr>
        <p:spPr>
          <a:xfrm>
            <a:off x="5216278" y="3525607"/>
            <a:ext cx="325447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3</a:t>
            </a:r>
          </a:p>
          <a:p>
            <a:pPr algn="ctr"/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STAGES OF REALISATION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2482C3-2606-8C55-88D5-23DB2D70AE33}"/>
              </a:ext>
            </a:extLst>
          </p:cNvPr>
          <p:cNvSpPr txBox="1"/>
          <p:nvPr/>
        </p:nvSpPr>
        <p:spPr>
          <a:xfrm>
            <a:off x="8696897" y="2133600"/>
            <a:ext cx="27570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4</a:t>
            </a:r>
          </a:p>
          <a:p>
            <a:pPr algn="ctr"/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USED </a:t>
            </a:r>
          </a:p>
          <a:p>
            <a:pPr algn="ctr"/>
            <a:r>
              <a:rPr lang="en-GB" sz="3200" b="1" dirty="0">
                <a:solidFill>
                  <a:schemeClr val="accent3"/>
                </a:solidFill>
                <a:effectLst>
                  <a:reflection blurRad="6350" stA="55000" endA="300" endPos="45500" dir="5400000" sy="-100000" algn="bl" rotWithShape="0"/>
                </a:effectLst>
              </a:rPr>
              <a:t>TECHNOLOGIES</a:t>
            </a:r>
            <a:endParaRPr lang="ru-RU" sz="3200" b="1" dirty="0">
              <a:solidFill>
                <a:schemeClr val="accent3"/>
              </a:solidFill>
              <a:effectLst>
                <a:reflection blurRad="6350" stA="55000" endA="300" endPos="45500" dir="5400000" sy="-100000" algn="bl" rotWithShape="0"/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A72BC2-35A5-1EDC-0D98-456C0FF553C1}"/>
              </a:ext>
            </a:extLst>
          </p:cNvPr>
          <p:cNvSpPr/>
          <p:nvPr/>
        </p:nvSpPr>
        <p:spPr>
          <a:xfrm>
            <a:off x="6597445" y="1508391"/>
            <a:ext cx="629265" cy="62520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095454-B059-8460-3232-FB348E60E238}"/>
              </a:ext>
            </a:extLst>
          </p:cNvPr>
          <p:cNvSpPr/>
          <p:nvPr/>
        </p:nvSpPr>
        <p:spPr>
          <a:xfrm>
            <a:off x="9232490" y="5260258"/>
            <a:ext cx="786581" cy="8849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CF7517-BC12-3712-B291-3ED6BD94B045}"/>
              </a:ext>
            </a:extLst>
          </p:cNvPr>
          <p:cNvSpPr/>
          <p:nvPr/>
        </p:nvSpPr>
        <p:spPr>
          <a:xfrm>
            <a:off x="707923" y="6381135"/>
            <a:ext cx="1740309" cy="3146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Шестиугольник 15">
            <a:extLst>
              <a:ext uri="{FF2B5EF4-FFF2-40B4-BE49-F238E27FC236}">
                <a16:creationId xmlns:a16="http://schemas.microsoft.com/office/drawing/2014/main" id="{65649CE1-BD2D-9474-A955-B6105F8CB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850171">
            <a:off x="246324" y="5979243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4" name="Шестиугольник 1">
            <a:extLst>
              <a:ext uri="{FF2B5EF4-FFF2-40B4-BE49-F238E27FC236}">
                <a16:creationId xmlns:a16="http://schemas.microsoft.com/office/drawing/2014/main" id="{E65906F2-936D-F518-52B1-2A347F50F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0284" y="6057054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5" name="Шестиугольник 20">
            <a:extLst>
              <a:ext uri="{FF2B5EF4-FFF2-40B4-BE49-F238E27FC236}">
                <a16:creationId xmlns:a16="http://schemas.microsoft.com/office/drawing/2014/main" id="{F2C76CD8-3BF6-C762-2858-40CF81A70E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08386">
            <a:off x="11001809" y="60156"/>
            <a:ext cx="904251" cy="81441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6" name="Шестиугольник 1">
            <a:extLst>
              <a:ext uri="{FF2B5EF4-FFF2-40B4-BE49-F238E27FC236}">
                <a16:creationId xmlns:a16="http://schemas.microsoft.com/office/drawing/2014/main" id="{8CC15E30-A2DF-B6A4-B2E6-DEC467CD3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991047" y="576602"/>
            <a:ext cx="296383" cy="244457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18" name="Шестиугольник 17">
            <a:extLst>
              <a:ext uri="{FF2B5EF4-FFF2-40B4-BE49-F238E27FC236}">
                <a16:creationId xmlns:a16="http://schemas.microsoft.com/office/drawing/2014/main" id="{1E1DBE44-19A7-504E-8EAA-BA37F112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9378643">
            <a:off x="11128128" y="6064440"/>
            <a:ext cx="651612" cy="561735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3" name="Шестиугольник 20">
            <a:extLst>
              <a:ext uri="{FF2B5EF4-FFF2-40B4-BE49-F238E27FC236}">
                <a16:creationId xmlns:a16="http://schemas.microsoft.com/office/drawing/2014/main" id="{894B5404-1EC3-1512-AC86-665CBC138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1272020">
            <a:off x="103155" y="1468244"/>
            <a:ext cx="704122" cy="654799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4" name="Шестиугольник 15">
            <a:extLst>
              <a:ext uri="{FF2B5EF4-FFF2-40B4-BE49-F238E27FC236}">
                <a16:creationId xmlns:a16="http://schemas.microsoft.com/office/drawing/2014/main" id="{02CAC39C-D92D-23E5-5E6B-210CBCEA1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792474">
            <a:off x="4855837" y="236760"/>
            <a:ext cx="564651" cy="515232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5" name="Шестиугольник 1">
            <a:extLst>
              <a:ext uri="{FF2B5EF4-FFF2-40B4-BE49-F238E27FC236}">
                <a16:creationId xmlns:a16="http://schemas.microsoft.com/office/drawing/2014/main" id="{AB899E16-FB19-D477-FF67-373A5BF46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16278" y="258931"/>
            <a:ext cx="196388" cy="169300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8798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Hexagon 32">
            <a:extLst>
              <a:ext uri="{FF2B5EF4-FFF2-40B4-BE49-F238E27FC236}">
                <a16:creationId xmlns:a16="http://schemas.microsoft.com/office/drawing/2014/main" id="{12E4DD51-2D94-C05D-1B4F-777D59B7B072}"/>
              </a:ext>
            </a:extLst>
          </p:cNvPr>
          <p:cNvSpPr/>
          <p:nvPr/>
        </p:nvSpPr>
        <p:spPr>
          <a:xfrm>
            <a:off x="883458" y="2359890"/>
            <a:ext cx="1927762" cy="1764000"/>
          </a:xfrm>
          <a:prstGeom prst="hexagon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811EAB9E-EF76-46C7-3B8F-B96FD90FECAA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/>
          <a:srcRect t="6108" b="6108"/>
          <a:stretch/>
        </p:blipFill>
        <p:spPr>
          <a:xfrm>
            <a:off x="6444039" y="2499894"/>
            <a:ext cx="1678050" cy="1446595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F4F26CDC-581B-5DFC-7F30-898BA62EDB38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/>
          <a:srcRect t="6670" b="6670"/>
          <a:stretch/>
        </p:blipFill>
        <p:spPr>
          <a:xfrm>
            <a:off x="3559447" y="2499894"/>
            <a:ext cx="1678050" cy="1446595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97E14461-60BE-EC9C-37AC-ECDF2BB87FEB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4"/>
          <a:srcRect t="7323" b="7323"/>
          <a:stretch/>
        </p:blipFill>
        <p:spPr>
          <a:xfrm>
            <a:off x="9328633" y="2498603"/>
            <a:ext cx="1678050" cy="1446595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5891105-E044-6797-26DD-A9928292E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281" y="791463"/>
            <a:ext cx="3004778" cy="700114"/>
          </a:xfrm>
        </p:spPr>
        <p:txBody>
          <a:bodyPr/>
          <a:lstStyle/>
          <a:p>
            <a:r>
              <a:rPr lang="en-GB" sz="4800" b="1" dirty="0">
                <a:solidFill>
                  <a:schemeClr val="bg2">
                    <a:lumMod val="25000"/>
                  </a:schemeClr>
                </a:solidFill>
                <a:latin typeface="Avenir Next LT Pro Light" panose="020B0304020202020204" pitchFamily="34" charset="0"/>
              </a:rPr>
              <a:t>Our team</a:t>
            </a:r>
            <a:endParaRPr lang="ru-RU" sz="48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295FD7C-2BBF-E0A1-BC03-C0D0F2B798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77491" y="4107984"/>
            <a:ext cx="2139696" cy="344312"/>
          </a:xfrm>
        </p:spPr>
        <p:txBody>
          <a:bodyPr/>
          <a:lstStyle/>
          <a:p>
            <a:r>
              <a:rPr lang="ru-RU" dirty="0"/>
              <a:t>Амелия Олександривна Дорош</a:t>
            </a:r>
          </a:p>
          <a:p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0A7B19-5645-3730-C3DE-75E2380CDA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27281" y="5006679"/>
            <a:ext cx="2139696" cy="344312"/>
          </a:xfrm>
        </p:spPr>
        <p:txBody>
          <a:bodyPr/>
          <a:lstStyle/>
          <a:p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Avenir Next LT Pro Light" panose="020B0304020202020204" pitchFamily="34" charset="0"/>
              </a:rPr>
              <a:t>Frontend Developer</a:t>
            </a:r>
            <a:endParaRPr lang="ru-RU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FAC475-CFBE-8D89-C351-98C6A20CB31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28624" y="4124899"/>
            <a:ext cx="2139696" cy="344312"/>
          </a:xfrm>
        </p:spPr>
        <p:txBody>
          <a:bodyPr/>
          <a:lstStyle/>
          <a:p>
            <a:r>
              <a:rPr lang="ru-RU" dirty="0"/>
              <a:t>Белослава Златкова Илева</a:t>
            </a:r>
          </a:p>
          <a:p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492D7BD-BF7B-4B13-A2CA-36C6CCC60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28624" y="4858507"/>
            <a:ext cx="2139696" cy="344312"/>
          </a:xfrm>
        </p:spPr>
        <p:txBody>
          <a:bodyPr/>
          <a:lstStyle/>
          <a:p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Avenir Next LT Pro Light" panose="020B0304020202020204" pitchFamily="34" charset="0"/>
              </a:rPr>
              <a:t>QA</a:t>
            </a:r>
            <a:endParaRPr lang="ru-RU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557FC2-97EA-AF39-D5BA-049E959599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13217" y="4107984"/>
            <a:ext cx="2139696" cy="344312"/>
          </a:xfrm>
        </p:spPr>
        <p:txBody>
          <a:bodyPr/>
          <a:lstStyle/>
          <a:p>
            <a:r>
              <a:rPr lang="ru-RU" dirty="0"/>
              <a:t>Виктор Борисов Николов</a:t>
            </a:r>
          </a:p>
          <a:p>
            <a:endParaRPr lang="ru-R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7998C91-9E2F-7B92-98E9-75EAFFE25E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13217" y="4834523"/>
            <a:ext cx="2139696" cy="344312"/>
          </a:xfrm>
        </p:spPr>
        <p:txBody>
          <a:bodyPr/>
          <a:lstStyle/>
          <a:p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Avenir Next LT Pro Light" panose="020B0304020202020204" pitchFamily="34" charset="0"/>
              </a:rPr>
              <a:t>Backend Developer</a:t>
            </a:r>
            <a:endParaRPr lang="ru-RU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184096-858B-3AA2-DAE3-956D64D203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97810" y="4107984"/>
            <a:ext cx="2139696" cy="344312"/>
          </a:xfrm>
        </p:spPr>
        <p:txBody>
          <a:bodyPr/>
          <a:lstStyle/>
          <a:p>
            <a:r>
              <a:rPr lang="ru-RU" dirty="0"/>
              <a:t>Варвара Николаевна Сафонова</a:t>
            </a:r>
          </a:p>
          <a:p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A6AF1BF-0498-8952-BDAB-186FD1DEF9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097808" y="5006679"/>
            <a:ext cx="2139696" cy="344312"/>
          </a:xfrm>
        </p:spPr>
        <p:txBody>
          <a:bodyPr/>
          <a:lstStyle/>
          <a:p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Avenir Next LT Pro Light" panose="020B0304020202020204" pitchFamily="34" charset="0"/>
              </a:rPr>
              <a:t>SCRUM Trainer</a:t>
            </a:r>
            <a:endParaRPr lang="ru-RU" sz="1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FA3239F4-222C-671D-D735-5FFD5AFE2394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5"/>
          <a:srcRect t="6346" b="6346"/>
          <a:stretch/>
        </p:blipFill>
        <p:spPr>
          <a:xfrm>
            <a:off x="1008314" y="2498602"/>
            <a:ext cx="1678050" cy="1446595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</p:pic>
      <p:sp>
        <p:nvSpPr>
          <p:cNvPr id="26" name="Шестиугольник 20">
            <a:extLst>
              <a:ext uri="{FF2B5EF4-FFF2-40B4-BE49-F238E27FC236}">
                <a16:creationId xmlns:a16="http://schemas.microsoft.com/office/drawing/2014/main" id="{A27B9C23-9CCD-4A46-7A34-F7F9C9703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97283">
            <a:off x="807" y="79762"/>
            <a:ext cx="704122" cy="654799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7" name="Шестиугольник 15">
            <a:extLst>
              <a:ext uri="{FF2B5EF4-FFF2-40B4-BE49-F238E27FC236}">
                <a16:creationId xmlns:a16="http://schemas.microsoft.com/office/drawing/2014/main" id="{67E804A4-E2CB-C8BB-5BE2-C40359B5B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461807">
            <a:off x="11279316" y="4563935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8" name="Шестиугольник 17">
            <a:extLst>
              <a:ext uri="{FF2B5EF4-FFF2-40B4-BE49-F238E27FC236}">
                <a16:creationId xmlns:a16="http://schemas.microsoft.com/office/drawing/2014/main" id="{1C39BDBF-311B-90DD-90EF-3A0341F94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0325755" y="85965"/>
            <a:ext cx="651612" cy="561735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9" name="Шестиугольник 1">
            <a:extLst>
              <a:ext uri="{FF2B5EF4-FFF2-40B4-BE49-F238E27FC236}">
                <a16:creationId xmlns:a16="http://schemas.microsoft.com/office/drawing/2014/main" id="{4E76E2B4-945D-97C5-544E-41341A9B2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94702">
            <a:off x="10773099" y="265872"/>
            <a:ext cx="296383" cy="244457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30" name="Шестиугольник 1">
            <a:extLst>
              <a:ext uri="{FF2B5EF4-FFF2-40B4-BE49-F238E27FC236}">
                <a16:creationId xmlns:a16="http://schemas.microsoft.com/office/drawing/2014/main" id="{D31B4EEE-2EA0-5C31-DA3D-5AF7BC7B7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6485" y="647700"/>
            <a:ext cx="296383" cy="244457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31" name="Шестиугольник 1">
            <a:extLst>
              <a:ext uri="{FF2B5EF4-FFF2-40B4-BE49-F238E27FC236}">
                <a16:creationId xmlns:a16="http://schemas.microsoft.com/office/drawing/2014/main" id="{84D7217E-539D-AAEC-21F4-774BF19EA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539151">
            <a:off x="283809" y="6278220"/>
            <a:ext cx="296383" cy="244457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5E5666-3288-907B-4DB9-A50FC4249640}"/>
              </a:ext>
            </a:extLst>
          </p:cNvPr>
          <p:cNvSpPr/>
          <p:nvPr/>
        </p:nvSpPr>
        <p:spPr>
          <a:xfrm>
            <a:off x="623866" y="6403368"/>
            <a:ext cx="1908873" cy="304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Hexagon 33">
            <a:extLst>
              <a:ext uri="{FF2B5EF4-FFF2-40B4-BE49-F238E27FC236}">
                <a16:creationId xmlns:a16="http://schemas.microsoft.com/office/drawing/2014/main" id="{A60447EB-8713-DC7D-A441-A5ECFF8ACFE3}"/>
              </a:ext>
            </a:extLst>
          </p:cNvPr>
          <p:cNvSpPr/>
          <p:nvPr/>
        </p:nvSpPr>
        <p:spPr>
          <a:xfrm>
            <a:off x="3434591" y="2339899"/>
            <a:ext cx="1927762" cy="1764000"/>
          </a:xfrm>
          <a:prstGeom prst="hexagon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Hexagon 34">
            <a:extLst>
              <a:ext uri="{FF2B5EF4-FFF2-40B4-BE49-F238E27FC236}">
                <a16:creationId xmlns:a16="http://schemas.microsoft.com/office/drawing/2014/main" id="{7C5C62BD-98D4-06D0-D832-25DC66D6315A}"/>
              </a:ext>
            </a:extLst>
          </p:cNvPr>
          <p:cNvSpPr/>
          <p:nvPr/>
        </p:nvSpPr>
        <p:spPr>
          <a:xfrm>
            <a:off x="6319183" y="2307176"/>
            <a:ext cx="1927762" cy="1764000"/>
          </a:xfrm>
          <a:prstGeom prst="hexagon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Hexagon 35">
            <a:extLst>
              <a:ext uri="{FF2B5EF4-FFF2-40B4-BE49-F238E27FC236}">
                <a16:creationId xmlns:a16="http://schemas.microsoft.com/office/drawing/2014/main" id="{F649BC88-CB92-7C0F-A584-C4D31AA16128}"/>
              </a:ext>
            </a:extLst>
          </p:cNvPr>
          <p:cNvSpPr/>
          <p:nvPr/>
        </p:nvSpPr>
        <p:spPr>
          <a:xfrm>
            <a:off x="9203775" y="2359890"/>
            <a:ext cx="1927762" cy="1764000"/>
          </a:xfrm>
          <a:prstGeom prst="hexagon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D749995-30F6-0D7D-064F-2ED12DC37702}"/>
              </a:ext>
            </a:extLst>
          </p:cNvPr>
          <p:cNvSpPr/>
          <p:nvPr/>
        </p:nvSpPr>
        <p:spPr>
          <a:xfrm>
            <a:off x="11237505" y="6403368"/>
            <a:ext cx="330629" cy="304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6525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1EF53E3-F88C-4203-A489-8C9D57513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venir Next LT Pro Light" panose="020B0304020202020204" pitchFamily="34" charset="0"/>
              </a:rPr>
              <a:t>Our goal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F03AADD-A4FE-4CE8-944C-3F9C9777F0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7923" y="2050461"/>
            <a:ext cx="4275138" cy="2419145"/>
          </a:xfrm>
        </p:spPr>
        <p:txBody>
          <a:bodyPr rtlCol="0">
            <a:noAutofit/>
          </a:bodyPr>
          <a:lstStyle/>
          <a:p>
            <a:pPr marL="0" indent="0">
              <a:buNone/>
            </a:pPr>
            <a:r>
              <a:rPr lang="en-US" sz="2800" b="1" dirty="0">
                <a:latin typeface="Avenir Next LT Pro Light" panose="020B0304020202020204" pitchFamily="34" charset="0"/>
              </a:rPr>
              <a:t>Our project is a maze game that helps players improve their logical thinking. It encourages users to make smart decisions and find the best path to the goal.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AB7860-C105-46A8-8B51-C886DCFAB52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8202" t="-1349" r="36932" b="1349"/>
          <a:stretch>
            <a:fillRect/>
          </a:stretch>
        </p:blipFill>
        <p:spPr>
          <a:xfrm>
            <a:off x="7090228" y="732481"/>
            <a:ext cx="4441372" cy="5393036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DC782F-E1EE-62C8-8FDA-9B4A6985DD0F}"/>
              </a:ext>
            </a:extLst>
          </p:cNvPr>
          <p:cNvSpPr/>
          <p:nvPr/>
        </p:nvSpPr>
        <p:spPr>
          <a:xfrm>
            <a:off x="707923" y="6381135"/>
            <a:ext cx="1740309" cy="3146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1AE599-FD09-6842-6917-7A58B717B09B}"/>
              </a:ext>
            </a:extLst>
          </p:cNvPr>
          <p:cNvSpPr/>
          <p:nvPr/>
        </p:nvSpPr>
        <p:spPr>
          <a:xfrm>
            <a:off x="83994" y="6381135"/>
            <a:ext cx="412963" cy="4243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5A1FF3-BC35-094D-A397-731A95F5C6BA}"/>
              </a:ext>
            </a:extLst>
          </p:cNvPr>
          <p:cNvSpPr/>
          <p:nvPr/>
        </p:nvSpPr>
        <p:spPr>
          <a:xfrm>
            <a:off x="552192" y="6381135"/>
            <a:ext cx="216416" cy="2121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068636-42C4-5550-D893-C5D85E29AB70}"/>
              </a:ext>
            </a:extLst>
          </p:cNvPr>
          <p:cNvSpPr/>
          <p:nvPr/>
        </p:nvSpPr>
        <p:spPr>
          <a:xfrm>
            <a:off x="27690" y="52495"/>
            <a:ext cx="216416" cy="2121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C2756F-3C8E-C368-E680-A33CA0EBA0BF}"/>
              </a:ext>
            </a:extLst>
          </p:cNvPr>
          <p:cNvSpPr/>
          <p:nvPr/>
        </p:nvSpPr>
        <p:spPr>
          <a:xfrm>
            <a:off x="290475" y="158587"/>
            <a:ext cx="330136" cy="318567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37030A-1405-1AC3-2336-131E171C8F8B}"/>
              </a:ext>
            </a:extLst>
          </p:cNvPr>
          <p:cNvSpPr/>
          <p:nvPr/>
        </p:nvSpPr>
        <p:spPr>
          <a:xfrm>
            <a:off x="11237505" y="6403368"/>
            <a:ext cx="330629" cy="304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FC142E86-84FE-994F-16DD-2E25CC2724C6}"/>
              </a:ext>
            </a:extLst>
          </p:cNvPr>
          <p:cNvSpPr/>
          <p:nvPr/>
        </p:nvSpPr>
        <p:spPr>
          <a:xfrm>
            <a:off x="8506012" y="2942386"/>
            <a:ext cx="3158520" cy="1461054"/>
          </a:xfrm>
          <a:prstGeom prst="chevron">
            <a:avLst>
              <a:gd name="adj" fmla="val 3733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5EE5C125-63A2-EEA0-AA50-FFB88D442FFF}"/>
              </a:ext>
            </a:extLst>
          </p:cNvPr>
          <p:cNvSpPr/>
          <p:nvPr/>
        </p:nvSpPr>
        <p:spPr>
          <a:xfrm>
            <a:off x="5705985" y="2942386"/>
            <a:ext cx="3158520" cy="1461054"/>
          </a:xfrm>
          <a:prstGeom prst="chevron">
            <a:avLst>
              <a:gd name="adj" fmla="val 3733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A1B3DD9D-2B45-2963-E05A-F4B4304381FF}"/>
              </a:ext>
            </a:extLst>
          </p:cNvPr>
          <p:cNvSpPr/>
          <p:nvPr/>
        </p:nvSpPr>
        <p:spPr>
          <a:xfrm>
            <a:off x="2937480" y="2942386"/>
            <a:ext cx="3158520" cy="1461054"/>
          </a:xfrm>
          <a:prstGeom prst="chevron">
            <a:avLst>
              <a:gd name="adj" fmla="val 37330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837F4085-A4FB-6807-D105-4EF77F3FC80F}"/>
              </a:ext>
            </a:extLst>
          </p:cNvPr>
          <p:cNvSpPr/>
          <p:nvPr/>
        </p:nvSpPr>
        <p:spPr>
          <a:xfrm>
            <a:off x="168975" y="2942386"/>
            <a:ext cx="3158520" cy="1461054"/>
          </a:xfrm>
          <a:prstGeom prst="chevron">
            <a:avLst>
              <a:gd name="adj" fmla="val 37330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05F80-D469-7013-1EFE-6D9E07EE70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0399" y="3461387"/>
            <a:ext cx="3474720" cy="555641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Avenir Next LT Pro Light" panose="020B0304020202020204" pitchFamily="34" charset="0"/>
              </a:rPr>
              <a:t>ORGANISATION</a:t>
            </a:r>
            <a:endParaRPr lang="ru-RU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AC64F6-B96D-B0DD-0735-CB3A10FEB85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37515" y="3429000"/>
            <a:ext cx="3474720" cy="641548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Avenir Next LT Pro Light" panose="020B0304020202020204" pitchFamily="34" charset="0"/>
              </a:rPr>
              <a:t>DEVELOPMENT</a:t>
            </a:r>
            <a:endParaRPr lang="ru-RU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659B48D-B957-DBBC-C1FB-C1133901D9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327495" y="3301006"/>
            <a:ext cx="2714141" cy="744625"/>
          </a:xfrm>
        </p:spPr>
        <p:txBody>
          <a:bodyPr/>
          <a:lstStyle/>
          <a:p>
            <a:pPr marL="0" indent="0" algn="ctr">
              <a:buNone/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Avenir Next LT Pro Light" panose="020B0304020202020204" pitchFamily="34" charset="0"/>
              </a:rPr>
              <a:t>DECIDE ON THE IDEA</a:t>
            </a:r>
            <a:endParaRPr lang="ru-RU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FDA69F2-A02C-306D-6BDD-50667D0C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118087" cy="830997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venir Next LT Pro Light" panose="020B0304020202020204" pitchFamily="34" charset="0"/>
              </a:rPr>
              <a:t>Stages of realisation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24" name="Picture Placeholder 23" descr="A computer screen with text and images&#10;&#10;AI-generated content may be incorrect.">
            <a:extLst>
              <a:ext uri="{FF2B5EF4-FFF2-40B4-BE49-F238E27FC236}">
                <a16:creationId xmlns:a16="http://schemas.microsoft.com/office/drawing/2014/main" id="{2A8D4ED5-66AC-0E1B-A8AC-8F77C188D31D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/>
          <a:srcRect t="6798" b="35660"/>
          <a:stretch>
            <a:fillRect/>
          </a:stretch>
        </p:blipFill>
        <p:spPr>
          <a:xfrm>
            <a:off x="9393238" y="0"/>
            <a:ext cx="2798762" cy="13541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992100-8928-178A-7420-660FC0209DBE}"/>
              </a:ext>
            </a:extLst>
          </p:cNvPr>
          <p:cNvSpPr txBox="1"/>
          <p:nvPr/>
        </p:nvSpPr>
        <p:spPr>
          <a:xfrm>
            <a:off x="9051718" y="3389647"/>
            <a:ext cx="2425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Clr>
                <a:schemeClr val="accent4"/>
              </a:buClr>
            </a:pPr>
            <a:r>
              <a:rPr lang="en-GB" sz="2400" b="1" dirty="0">
                <a:solidFill>
                  <a:schemeClr val="accent3">
                    <a:lumMod val="75000"/>
                  </a:schemeClr>
                </a:solidFill>
                <a:latin typeface="Avenir Next LT Pro Light" panose="020B0304020202020204" pitchFamily="34" charset="0"/>
              </a:rPr>
              <a:t>PRESENTATION</a:t>
            </a:r>
            <a:endParaRPr lang="ru-RU" sz="2400" b="1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431FDF-A725-A66C-00E0-C7CB9CC06B21}"/>
              </a:ext>
            </a:extLst>
          </p:cNvPr>
          <p:cNvSpPr/>
          <p:nvPr/>
        </p:nvSpPr>
        <p:spPr>
          <a:xfrm>
            <a:off x="707923" y="6381135"/>
            <a:ext cx="1740309" cy="3146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Шестиугольник 15">
            <a:extLst>
              <a:ext uri="{FF2B5EF4-FFF2-40B4-BE49-F238E27FC236}">
                <a16:creationId xmlns:a16="http://schemas.microsoft.com/office/drawing/2014/main" id="{393DAD5C-869A-64A0-4DF1-24E482A025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7623" y="6180804"/>
            <a:ext cx="785546" cy="67719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6" name="Шестиугольник 1">
            <a:extLst>
              <a:ext uri="{FF2B5EF4-FFF2-40B4-BE49-F238E27FC236}">
                <a16:creationId xmlns:a16="http://schemas.microsoft.com/office/drawing/2014/main" id="{CFC4776D-5C54-8F81-41C2-3D4C8FCA4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1540" y="6058575"/>
            <a:ext cx="296383" cy="244457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7" name="Шестиугольник 15">
            <a:extLst>
              <a:ext uri="{FF2B5EF4-FFF2-40B4-BE49-F238E27FC236}">
                <a16:creationId xmlns:a16="http://schemas.microsoft.com/office/drawing/2014/main" id="{D317E0E9-E23E-642F-FAE2-617EE66B9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297999">
            <a:off x="52693" y="80966"/>
            <a:ext cx="524913" cy="44841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011ACF-4AAF-3F36-37EE-3D957A5BD98E}"/>
              </a:ext>
            </a:extLst>
          </p:cNvPr>
          <p:cNvSpPr/>
          <p:nvPr/>
        </p:nvSpPr>
        <p:spPr>
          <a:xfrm>
            <a:off x="11237505" y="6403368"/>
            <a:ext cx="330629" cy="304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Шестиугольник 15">
            <a:extLst>
              <a:ext uri="{FF2B5EF4-FFF2-40B4-BE49-F238E27FC236}">
                <a16:creationId xmlns:a16="http://schemas.microsoft.com/office/drawing/2014/main" id="{A7355FDC-3EAE-DBD4-D22E-2CE6B8D2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3056">
            <a:off x="11086532" y="4170226"/>
            <a:ext cx="499246" cy="466427"/>
          </a:xfrm>
          <a:prstGeom prst="hex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dirty="0"/>
          </a:p>
        </p:txBody>
      </p:sp>
      <p:sp>
        <p:nvSpPr>
          <p:cNvPr id="30" name="Шестиугольник 1">
            <a:extLst>
              <a:ext uri="{FF2B5EF4-FFF2-40B4-BE49-F238E27FC236}">
                <a16:creationId xmlns:a16="http://schemas.microsoft.com/office/drawing/2014/main" id="{47173DAB-18BD-1889-AB20-0E7EB6A5D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20450341">
            <a:off x="313487" y="2759044"/>
            <a:ext cx="296383" cy="244457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577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D0BBED-2D3E-78B9-5E05-FD02EE258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816" y="602190"/>
            <a:ext cx="5435600" cy="830997"/>
          </a:xfrm>
        </p:spPr>
        <p:txBody>
          <a:bodyPr/>
          <a:lstStyle/>
          <a:p>
            <a:r>
              <a:rPr lang="en-GB" dirty="0">
                <a:solidFill>
                  <a:schemeClr val="bg2">
                    <a:lumMod val="25000"/>
                  </a:schemeClr>
                </a:solidFill>
                <a:latin typeface="Avenir Next LT Pro Light" panose="020B0304020202020204" pitchFamily="34" charset="0"/>
              </a:rPr>
              <a:t>Used technologies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B2971B-F8B7-2807-AA0E-335453A0E667}"/>
              </a:ext>
            </a:extLst>
          </p:cNvPr>
          <p:cNvSpPr/>
          <p:nvPr/>
        </p:nvSpPr>
        <p:spPr>
          <a:xfrm>
            <a:off x="707923" y="6381135"/>
            <a:ext cx="1740309" cy="3146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2DAD6E-4DA0-F99B-6D41-CB82120A76C3}"/>
              </a:ext>
            </a:extLst>
          </p:cNvPr>
          <p:cNvSpPr/>
          <p:nvPr/>
        </p:nvSpPr>
        <p:spPr>
          <a:xfrm>
            <a:off x="11237505" y="6403368"/>
            <a:ext cx="330629" cy="3049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GitHub Logo Computer File PNG">
            <a:extLst>
              <a:ext uri="{FF2B5EF4-FFF2-40B4-BE49-F238E27FC236}">
                <a16:creationId xmlns:a16="http://schemas.microsoft.com/office/drawing/2014/main" id="{5192CAC4-9D1D-1BDA-4BEF-160A5C457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378" b="97247" l="3659" r="97195">
                        <a14:foregroundMark x1="7439" y1="37797" x2="7439" y2="48060"/>
                        <a14:foregroundMark x1="26463" y1="15519" x2="13293" y2="25407"/>
                        <a14:foregroundMark x1="13293" y1="25407" x2="15610" y2="49061"/>
                        <a14:foregroundMark x1="15610" y1="49061" x2="13171" y2="65332"/>
                        <a14:foregroundMark x1="13171" y1="65332" x2="15489" y2="70661"/>
                        <a14:foregroundMark x1="18049" y1="68711" x2="30488" y2="73842"/>
                        <a14:foregroundMark x1="30488" y1="73842" x2="30976" y2="74343"/>
                        <a14:foregroundMark x1="67805" y1="81101" x2="87805" y2="65832"/>
                        <a14:foregroundMark x1="87805" y1="65832" x2="95122" y2="54819"/>
                        <a14:foregroundMark x1="95122" y1="54819" x2="94390" y2="43429"/>
                        <a14:foregroundMark x1="94390" y1="43429" x2="92439" y2="41302"/>
                        <a14:foregroundMark x1="35366" y1="14393" x2="70488" y2="10513"/>
                        <a14:foregroundMark x1="70488" y1="10513" x2="79024" y2="13267"/>
                        <a14:foregroundMark x1="79024" y1="13267" x2="87927" y2="25782"/>
                        <a14:foregroundMark x1="87927" y1="25782" x2="90610" y2="38298"/>
                        <a14:foregroundMark x1="90610" y1="38298" x2="86220" y2="57071"/>
                        <a14:foregroundMark x1="72561" y1="14018" x2="38780" y2="22153"/>
                        <a14:foregroundMark x1="53537" y1="8010" x2="44512" y2="8761"/>
                        <a14:foregroundMark x1="44512" y1="8761" x2="32805" y2="13141"/>
                        <a14:foregroundMark x1="32805" y1="13141" x2="32561" y2="13517"/>
                        <a14:foregroundMark x1="35732" y1="6508" x2="44512" y2="6258"/>
                        <a14:foregroundMark x1="44512" y1="6258" x2="74756" y2="9262"/>
                        <a14:foregroundMark x1="58171" y1="5632" x2="43293" y2="5757"/>
                        <a14:foregroundMark x1="43293" y1="5757" x2="43171" y2="6133"/>
                        <a14:foregroundMark x1="44268" y1="2378" x2="62683" y2="3129"/>
                        <a14:foregroundMark x1="8171" y1="41927" x2="9146" y2="66583"/>
                        <a14:foregroundMark x1="3537" y1="41677" x2="2561" y2="49937"/>
                        <a14:foregroundMark x1="2561" y1="49937" x2="3659" y2="57947"/>
                        <a14:foregroundMark x1="3659" y1="57947" x2="9024" y2="75094"/>
                        <a14:foregroundMark x1="8902" y1="77972" x2="24390" y2="90363"/>
                        <a14:foregroundMark x1="24390" y1="90363" x2="32927" y2="94743"/>
                        <a14:foregroundMark x1="32927" y1="94743" x2="33293" y2="94743"/>
                        <a14:foregroundMark x1="34390" y1="92616" x2="34146" y2="97247"/>
                        <a14:foregroundMark x1="75854" y1="84105" x2="89024" y2="70463"/>
                        <a14:foregroundMark x1="89024" y1="70463" x2="89024" y2="70463"/>
                        <a14:foregroundMark x1="63780" y1="75594" x2="67439" y2="90238"/>
                        <a14:foregroundMark x1="67439" y1="90238" x2="80488" y2="85732"/>
                        <a14:foregroundMark x1="80488" y1="85732" x2="85122" y2="80100"/>
                        <a14:foregroundMark x1="96585" y1="44681" x2="97195" y2="58323"/>
                        <a14:backgroundMark x1="33537" y1="34543" x2="46463" y2="57822"/>
                        <a14:backgroundMark x1="14634" y1="72466" x2="15732" y2="72841"/>
                        <a14:backgroundMark x1="16341" y1="72340" x2="16220" y2="72466"/>
                        <a14:backgroundMark x1="16098" y1="73342" x2="15732" y2="72716"/>
                        <a14:backgroundMark x1="16220" y1="73091" x2="15732" y2="72591"/>
                        <a14:backgroundMark x1="17195" y1="73091" x2="15610" y2="7271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165" y="1581035"/>
            <a:ext cx="1740309" cy="1695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41C27584-56D0-73CB-DB77-CFF3A987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8109" y="1563784"/>
            <a:ext cx="1932048" cy="19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microsoft teams icon logo symbol 27179349 PNG">
            <a:extLst>
              <a:ext uri="{FF2B5EF4-FFF2-40B4-BE49-F238E27FC236}">
                <a16:creationId xmlns:a16="http://schemas.microsoft.com/office/drawing/2014/main" id="{6A164026-4CD0-9D6A-41D3-DA82B9F4B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2595" y="1318887"/>
            <a:ext cx="2064026" cy="1988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12" descr="Microsoft Word Logo 2019, HD Png Download - vhv">
            <a:extLst>
              <a:ext uri="{FF2B5EF4-FFF2-40B4-BE49-F238E27FC236}">
                <a16:creationId xmlns:a16="http://schemas.microsoft.com/office/drawing/2014/main" id="{D4ABDE1E-DB5A-9893-E5D7-C473FE44F7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038" name="Picture 14" descr="Microsoft Word Logo 2019, HD Png Download - vhv">
            <a:extLst>
              <a:ext uri="{FF2B5EF4-FFF2-40B4-BE49-F238E27FC236}">
                <a16:creationId xmlns:a16="http://schemas.microsoft.com/office/drawing/2014/main" id="{0CD8D405-19A7-F44A-2BE7-F90D17D12C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081" b="92298" l="4419" r="93721">
                        <a14:foregroundMark x1="15698" y1="32197" x2="33256" y2="51768"/>
                        <a14:foregroundMark x1="8721" y1="30303" x2="19651" y2="29798"/>
                        <a14:foregroundMark x1="19651" y1="29798" x2="41395" y2="29798"/>
                        <a14:foregroundMark x1="41395" y1="29798" x2="43837" y2="56061"/>
                        <a14:foregroundMark x1="43837" y1="56061" x2="39651" y2="64646"/>
                        <a14:foregroundMark x1="39651" y1="64646" x2="15349" y2="66540"/>
                        <a14:foregroundMark x1="24767" y1="43434" x2="32674" y2="50631"/>
                        <a14:foregroundMark x1="32674" y1="50631" x2="32791" y2="50758"/>
                        <a14:foregroundMark x1="28023" y1="38889" x2="21279" y2="61742"/>
                        <a14:foregroundMark x1="21279" y1="61742" x2="21279" y2="61742"/>
                        <a14:foregroundMark x1="13256" y1="37247" x2="23023" y2="69571"/>
                        <a14:foregroundMark x1="40581" y1="39520" x2="34070" y2="70328"/>
                        <a14:foregroundMark x1="4419" y1="35354" x2="4419" y2="43308"/>
                        <a14:foregroundMark x1="38837" y1="16919" x2="80814" y2="17803"/>
                        <a14:foregroundMark x1="71279" y1="14773" x2="41977" y2="20707"/>
                        <a14:foregroundMark x1="33372" y1="9975" x2="50814" y2="8460"/>
                        <a14:foregroundMark x1="50814" y1="8460" x2="85581" y2="14015"/>
                        <a14:foregroundMark x1="85581" y1="14015" x2="92093" y2="27904"/>
                        <a14:foregroundMark x1="92093" y1="27904" x2="93721" y2="29293"/>
                        <a14:foregroundMark x1="84884" y1="25758" x2="72907" y2="25758"/>
                        <a14:foregroundMark x1="72907" y1="25758" x2="70116" y2="46086"/>
                        <a14:foregroundMark x1="70116" y1="46086" x2="76977" y2="84975"/>
                        <a14:foregroundMark x1="31163" y1="90278" x2="80000" y2="86364"/>
                        <a14:foregroundMark x1="80000" y1="86364" x2="86279" y2="73106"/>
                        <a14:foregroundMark x1="86279" y1="73106" x2="86279" y2="73106"/>
                        <a14:foregroundMark x1="63953" y1="76136" x2="61744" y2="83965"/>
                        <a14:foregroundMark x1="61744" y1="83965" x2="72093" y2="86995"/>
                        <a14:foregroundMark x1="72093" y1="86995" x2="64419" y2="80051"/>
                        <a14:foregroundMark x1="64419" y1="80051" x2="61047" y2="79798"/>
                        <a14:foregroundMark x1="58721" y1="91540" x2="72907" y2="91540"/>
                        <a14:foregroundMark x1="72907" y1="91540" x2="82209" y2="92424"/>
                        <a14:foregroundMark x1="82209" y1="92424" x2="83837" y2="81439"/>
                        <a14:foregroundMark x1="90000" y1="74747" x2="88721" y2="90025"/>
                        <a14:foregroundMark x1="93837" y1="75505" x2="93837" y2="88131"/>
                        <a14:foregroundMark x1="93953" y1="22348" x2="90233" y2="8965"/>
                        <a14:foregroundMark x1="90233" y1="8965" x2="81047" y2="10606"/>
                        <a14:foregroundMark x1="66744" y1="9217" x2="91977" y2="9848"/>
                        <a14:foregroundMark x1="92674" y1="7702" x2="59535" y2="8081"/>
                        <a14:foregroundMark x1="59535" y1="8081" x2="59535" y2="8081"/>
                        <a14:foregroundMark x1="32791" y1="9596" x2="33721" y2="16919"/>
                        <a14:foregroundMark x1="33721" y1="16919" x2="36628" y2="18813"/>
                        <a14:foregroundMark x1="29186" y1="8838" x2="31279" y2="2171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956" y="3759420"/>
            <a:ext cx="2574235" cy="237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Powerpoint logo, Microsoft PowerPoint Computer Icons Ppt Presentation, Microsoft  Powerpoint Network Icon transparent background PNG clipart | HiClipart">
            <a:extLst>
              <a:ext uri="{FF2B5EF4-FFF2-40B4-BE49-F238E27FC236}">
                <a16:creationId xmlns:a16="http://schemas.microsoft.com/office/drawing/2014/main" id="{1A21CC13-B8C0-D433-01AE-78F9A8A93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250" b="90000" l="7875" r="95500">
                        <a14:foregroundMark x1="7875" y1="28000" x2="8250" y2="43250"/>
                        <a14:foregroundMark x1="64625" y1="25625" x2="92813" y2="28136"/>
                        <a14:foregroundMark x1="79750" y1="30125" x2="82750" y2="76250"/>
                        <a14:foregroundMark x1="48875" y1="21750" x2="41750" y2="26125"/>
                        <a14:foregroundMark x1="41750" y1="26125" x2="35875" y2="46125"/>
                        <a14:foregroundMark x1="35875" y1="46125" x2="53375" y2="48125"/>
                        <a14:foregroundMark x1="53375" y1="48125" x2="35625" y2="36875"/>
                        <a14:foregroundMark x1="35625" y1="36875" x2="47750" y2="43000"/>
                        <a14:foregroundMark x1="47750" y1="43000" x2="32625" y2="46000"/>
                        <a14:foregroundMark x1="32625" y1="46000" x2="40125" y2="42000"/>
                        <a14:foregroundMark x1="40125" y1="42000" x2="22750" y2="59750"/>
                        <a14:foregroundMark x1="22750" y1="59750" x2="51375" y2="28000"/>
                        <a14:foregroundMark x1="51375" y1="28000" x2="60500" y2="49875"/>
                        <a14:foregroundMark x1="60500" y1="49875" x2="45375" y2="45375"/>
                        <a14:foregroundMark x1="45375" y1="45375" x2="42375" y2="47875"/>
                        <a14:foregroundMark x1="22500" y1="39000" x2="22375" y2="67375"/>
                        <a14:foregroundMark x1="59500" y1="25250" x2="92786" y2="28948"/>
                        <a14:foregroundMark x1="87250" y1="31500" x2="87250" y2="55375"/>
                        <a14:foregroundMark x1="60500" y1="56625" x2="75625" y2="57250"/>
                        <a14:foregroundMark x1="61750" y1="64750" x2="76000" y2="63250"/>
                        <a14:foregroundMark x1="61250" y1="74375" x2="75125" y2="74250"/>
                        <a14:foregroundMark x1="75125" y1="74250" x2="83250" y2="74375"/>
                        <a14:foregroundMark x1="87259" y1="80749" x2="87384" y2="81783"/>
                        <a14:foregroundMark x1="87185" y1="80133" x2="87241" y2="80601"/>
                        <a14:foregroundMark x1="84625" y1="58875" x2="87182" y2="80107"/>
                        <a14:foregroundMark x1="66375" y1="31000" x2="67500" y2="34625"/>
                        <a14:foregroundMark x1="54125" y1="9250" x2="53000" y2="9750"/>
                        <a14:foregroundMark x1="32750" y1="39125" x2="27375" y2="40250"/>
                        <a14:foregroundMark x1="68875" y1="23375" x2="83250" y2="23250"/>
                        <a14:foregroundMark x1="59125" y1="22000" x2="60000" y2="31250"/>
                        <a14:foregroundMark x1="58125" y1="17875" x2="65875" y2="17875"/>
                        <a14:foregroundMark x1="67375" y1="36500" x2="81125" y2="39875"/>
                        <a14:foregroundMark x1="77250" y1="40250" x2="66625" y2="40500"/>
                        <a14:foregroundMark x1="66625" y1="40500" x2="67625" y2="37125"/>
                        <a14:backgroundMark x1="95500" y1="28500" x2="95500" y2="28500"/>
                        <a14:backgroundMark x1="95500" y1="27250" x2="95375" y2="31125"/>
                        <a14:backgroundMark x1="85750" y1="85625" x2="86625" y2="82375"/>
                        <a14:backgroundMark x1="87375" y1="82625" x2="88250" y2="82125"/>
                        <a14:backgroundMark x1="87625" y1="83250" x2="86625" y2="82500"/>
                        <a14:backgroundMark x1="87875" y1="82625" x2="87000" y2="82500"/>
                        <a14:backgroundMark x1="87875" y1="81875" x2="88250" y2="82875"/>
                        <a14:backgroundMark x1="87875" y1="82500" x2="88250" y2="82000"/>
                        <a14:backgroundMark x1="88250" y1="82000" x2="89625" y2="82500"/>
                        <a14:backgroundMark x1="89250" y1="82375" x2="88625" y2="823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6319" y="3578290"/>
            <a:ext cx="2474843" cy="2474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A40D3D7A-D574-3C51-6FBD-266157356971}"/>
              </a:ext>
            </a:extLst>
          </p:cNvPr>
          <p:cNvSpPr/>
          <p:nvPr/>
        </p:nvSpPr>
        <p:spPr>
          <a:xfrm>
            <a:off x="125829" y="4017289"/>
            <a:ext cx="596706" cy="59148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56AC587-89AE-8ECE-3A4C-E440610E0ECE}"/>
              </a:ext>
            </a:extLst>
          </p:cNvPr>
          <p:cNvSpPr/>
          <p:nvPr/>
        </p:nvSpPr>
        <p:spPr>
          <a:xfrm>
            <a:off x="626165" y="4368554"/>
            <a:ext cx="215969" cy="24021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7AC980-0DD3-CF7C-3202-F4AAB248C34B}"/>
              </a:ext>
            </a:extLst>
          </p:cNvPr>
          <p:cNvSpPr/>
          <p:nvPr/>
        </p:nvSpPr>
        <p:spPr>
          <a:xfrm>
            <a:off x="3901619" y="6393654"/>
            <a:ext cx="330629" cy="31463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7C29FC0-B196-6615-4A2F-C0D06C3427FA}"/>
              </a:ext>
            </a:extLst>
          </p:cNvPr>
          <p:cNvSpPr/>
          <p:nvPr/>
        </p:nvSpPr>
        <p:spPr>
          <a:xfrm>
            <a:off x="11007616" y="1204587"/>
            <a:ext cx="229889" cy="228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FC0A9B30-1E02-28A9-61E0-36EACC344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2985" y="3495832"/>
            <a:ext cx="1965687" cy="221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7702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 descr="Эскалаторы">
            <a:extLst>
              <a:ext uri="{FF2B5EF4-FFF2-40B4-BE49-F238E27FC236}">
                <a16:creationId xmlns:a16="http://schemas.microsoft.com/office/drawing/2014/main" id="{067ABCFB-135D-465A-8D06-3042F9E75B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60000"/>
          </a:blip>
          <a:srcRect t="6729" r="33992" b="40721"/>
          <a:stretch/>
        </p:blipFill>
        <p:spPr>
          <a:xfrm>
            <a:off x="15605" y="0"/>
            <a:ext cx="12192001" cy="6858000"/>
          </a:xfrm>
        </p:spPr>
      </p:pic>
      <p:sp>
        <p:nvSpPr>
          <p:cNvPr id="11" name="Заголовок 10">
            <a:extLst>
              <a:ext uri="{FF2B5EF4-FFF2-40B4-BE49-F238E27FC236}">
                <a16:creationId xmlns:a16="http://schemas.microsoft.com/office/drawing/2014/main" id="{3D9E7E43-0082-4819-947F-94AD5664F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3533" y="1733363"/>
            <a:ext cx="3924934" cy="1695637"/>
          </a:xfrm>
        </p:spPr>
        <p:txBody>
          <a:bodyPr rtlCol="0"/>
          <a:lstStyle/>
          <a:p>
            <a:pPr rtl="0" eaLnBrk="1" latinLnBrk="0" hangingPunct="1"/>
            <a:r>
              <a:rPr lang="en-GB" dirty="0">
                <a:latin typeface="Avenir Next LT Pro Light" panose="020B0304020202020204" pitchFamily="34" charset="0"/>
              </a:rPr>
              <a:t>Are you ready to start the program?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FF64F07-1F8D-4F69-87E4-03E837E97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8168" y="1181123"/>
            <a:ext cx="459924" cy="45992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D0393EC-C7F4-46AA-8768-FF7CD4DE0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31920" y="5840880"/>
            <a:ext cx="284372" cy="2843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02512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Geometric Presentation">
      <a:dk1>
        <a:sysClr val="windowText" lastClr="000000"/>
      </a:dk1>
      <a:lt1>
        <a:sysClr val="window" lastClr="FFFFFF"/>
      </a:lt1>
      <a:dk2>
        <a:srgbClr val="44546A"/>
      </a:dk2>
      <a:lt2>
        <a:srgbClr val="ACCBF9"/>
      </a:lt2>
      <a:accent1>
        <a:srgbClr val="5C83C4"/>
      </a:accent1>
      <a:accent2>
        <a:srgbClr val="2C599D"/>
      </a:accent2>
      <a:accent3>
        <a:srgbClr val="1A3B70"/>
      </a:accent3>
      <a:accent4>
        <a:srgbClr val="FA6F1A"/>
      </a:accent4>
      <a:accent5>
        <a:srgbClr val="11224E"/>
      </a:accent5>
      <a:accent6>
        <a:srgbClr val="9D90A0"/>
      </a:accent6>
      <a:hlink>
        <a:srgbClr val="9454C3"/>
      </a:hlink>
      <a:folHlink>
        <a:srgbClr val="3EBBF0"/>
      </a:folHlink>
    </a:clrScheme>
    <a:fontScheme name="Custom 147">
      <a:majorFont>
        <a:latin typeface="Corbe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49603286_TF16411253_Win32.potx" id="{ECC90A19-8128-4489-91E9-D01AFC784BC1}" vid="{5E44D11E-26FC-4BE9-8703-0F02BED8A6D0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www.w3.org/XML/1998/namespace"/>
    <ds:schemaRef ds:uri="16c05727-aa75-4e4a-9b5f-8a80a1165891"/>
    <ds:schemaRef ds:uri="http://schemas.microsoft.com/office/2006/documentManagement/types"/>
    <ds:schemaRef ds:uri="71af3243-3dd4-4a8d-8c0d-dd76da1f02a5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Геометрическая презентация</Template>
  <TotalTime>207</TotalTime>
  <Words>96</Words>
  <Application>Microsoft Office PowerPoint</Application>
  <PresentationFormat>Widescreen</PresentationFormat>
  <Paragraphs>32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Avenir Next LT Pro Light</vt:lpstr>
      <vt:lpstr>Calibri</vt:lpstr>
      <vt:lpstr>Calibri Light</vt:lpstr>
      <vt:lpstr>Wingdings</vt:lpstr>
      <vt:lpstr>Тема Office</vt:lpstr>
      <vt:lpstr>Bluelens</vt:lpstr>
      <vt:lpstr>Table of contents</vt:lpstr>
      <vt:lpstr>Our team</vt:lpstr>
      <vt:lpstr>Our goal</vt:lpstr>
      <vt:lpstr>Stages of realisation</vt:lpstr>
      <vt:lpstr>Used technologies</vt:lpstr>
      <vt:lpstr>Are you ready to start the program?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Варвара Н. Сафонова</dc:creator>
  <cp:lastModifiedBy>Варвара Н. Сафонова</cp:lastModifiedBy>
  <cp:revision>3</cp:revision>
  <dcterms:created xsi:type="dcterms:W3CDTF">2025-11-14T19:00:59Z</dcterms:created>
  <dcterms:modified xsi:type="dcterms:W3CDTF">2025-11-14T22:28:16Z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